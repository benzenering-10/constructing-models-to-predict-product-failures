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4"/>
  </p:sldMasterIdLst>
  <p:notesMasterIdLst>
    <p:notesMasterId r:id="rId12"/>
  </p:notesMasterIdLst>
  <p:handoutMasterIdLst>
    <p:handoutMasterId r:id="rId13"/>
  </p:handoutMasterIdLst>
  <p:sldIdLst>
    <p:sldId id="257" r:id="rId5"/>
    <p:sldId id="286" r:id="rId6"/>
    <p:sldId id="296" r:id="rId7"/>
    <p:sldId id="294" r:id="rId8"/>
    <p:sldId id="291" r:id="rId9"/>
    <p:sldId id="297" r:id="rId10"/>
    <p:sldId id="293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FDFF4-DE61-4E8B-A982-52A10B12F0AD}" v="25" dt="2026-06-28T23:20:40.45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167" autoAdjust="0"/>
  </p:normalViewPr>
  <p:slideViewPr>
    <p:cSldViewPr showGuides="1">
      <p:cViewPr varScale="1">
        <p:scale>
          <a:sx n="93" d="100"/>
          <a:sy n="93" d="100"/>
        </p:scale>
        <p:origin x="378" y="78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e Dowdy Mason" userId="4554f33240a8a24e" providerId="LiveId" clId="{9CCC909E-D179-482D-B08C-FD362CBF8290}"/>
    <pc:docChg chg="undo redo custSel addSld delSld modSld sldOrd modMainMaster">
      <pc:chgData name="Michele Dowdy Mason" userId="4554f33240a8a24e" providerId="LiveId" clId="{9CCC909E-D179-482D-B08C-FD362CBF8290}" dt="2026-06-28T23:26:43.123" v="3084" actId="20577"/>
      <pc:docMkLst>
        <pc:docMk/>
      </pc:docMkLst>
      <pc:sldChg chg="modSp mod">
        <pc:chgData name="Michele Dowdy Mason" userId="4554f33240a8a24e" providerId="LiveId" clId="{9CCC909E-D179-482D-B08C-FD362CBF8290}" dt="2026-06-28T23:17:07.766" v="3050"/>
        <pc:sldMkLst>
          <pc:docMk/>
          <pc:sldMk cId="3658128150" sldId="257"/>
        </pc:sldMkLst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3658128150" sldId="257"/>
            <ac:spMk id="3" creationId="{00000000-0000-0000-0000-000000000000}"/>
          </ac:spMkLst>
        </pc:spChg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3658128150" sldId="257"/>
            <ac:spMk id="4" creationId="{00000000-0000-0000-0000-000000000000}"/>
          </ac:spMkLst>
        </pc:spChg>
      </pc:sldChg>
      <pc:sldChg chg="del">
        <pc:chgData name="Michele Dowdy Mason" userId="4554f33240a8a24e" providerId="LiveId" clId="{9CCC909E-D179-482D-B08C-FD362CBF8290}" dt="2026-06-28T10:56:43.346" v="639" actId="2696"/>
        <pc:sldMkLst>
          <pc:docMk/>
          <pc:sldMk cId="570957648" sldId="284"/>
        </pc:sldMkLst>
      </pc:sldChg>
      <pc:sldChg chg="addSp delSp modSp mod setBg modNotesTx">
        <pc:chgData name="Michele Dowdy Mason" userId="4554f33240a8a24e" providerId="LiveId" clId="{9CCC909E-D179-482D-B08C-FD362CBF8290}" dt="2026-06-28T23:24:46.911" v="3073" actId="1076"/>
        <pc:sldMkLst>
          <pc:docMk/>
          <pc:sldMk cId="3060001204" sldId="286"/>
        </pc:sldMkLst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3060001204" sldId="286"/>
            <ac:spMk id="3" creationId="{6F6D3304-1657-CB34-D654-EF890362ECC4}"/>
          </ac:spMkLst>
        </pc:spChg>
        <pc:spChg chg="mod">
          <ac:chgData name="Michele Dowdy Mason" userId="4554f33240a8a24e" providerId="LiveId" clId="{9CCC909E-D179-482D-B08C-FD362CBF8290}" dt="2026-06-28T20:26:41.171" v="774" actId="20577"/>
          <ac:spMkLst>
            <pc:docMk/>
            <pc:sldMk cId="3060001204" sldId="286"/>
            <ac:spMk id="4" creationId="{00DFC506-91FD-851C-B5BE-BE261BCE6C36}"/>
          </ac:spMkLst>
        </pc:spChg>
        <pc:spChg chg="add mod">
          <ac:chgData name="Michele Dowdy Mason" userId="4554f33240a8a24e" providerId="LiveId" clId="{9CCC909E-D179-482D-B08C-FD362CBF8290}" dt="2026-06-28T20:33:56.722" v="894"/>
          <ac:spMkLst>
            <pc:docMk/>
            <pc:sldMk cId="3060001204" sldId="286"/>
            <ac:spMk id="5" creationId="{A951604F-A5D2-B6ED-12CA-16ED1869B2EC}"/>
          </ac:spMkLst>
        </pc:spChg>
        <pc:spChg chg="del mod">
          <ac:chgData name="Michele Dowdy Mason" userId="4554f33240a8a24e" providerId="LiveId" clId="{9CCC909E-D179-482D-B08C-FD362CBF8290}" dt="2026-06-28T14:10:29.596" v="685" actId="478"/>
          <ac:spMkLst>
            <pc:docMk/>
            <pc:sldMk cId="3060001204" sldId="286"/>
            <ac:spMk id="5" creationId="{F1A40F3F-E6D0-002C-FA99-364B0F217DE9}"/>
          </ac:spMkLst>
        </pc:spChg>
        <pc:spChg chg="add mod">
          <ac:chgData name="Michele Dowdy Mason" userId="4554f33240a8a24e" providerId="LiveId" clId="{9CCC909E-D179-482D-B08C-FD362CBF8290}" dt="2026-06-28T23:23:37.644" v="3066" actId="14100"/>
          <ac:spMkLst>
            <pc:docMk/>
            <pc:sldMk cId="3060001204" sldId="286"/>
            <ac:spMk id="6" creationId="{1E3374F2-6C0C-E8A5-5F27-E477565AB7BF}"/>
          </ac:spMkLst>
        </pc:spChg>
        <pc:spChg chg="add del mod">
          <ac:chgData name="Michele Dowdy Mason" userId="4554f33240a8a24e" providerId="LiveId" clId="{9CCC909E-D179-482D-B08C-FD362CBF8290}" dt="2026-06-28T09:55:47.033" v="141"/>
          <ac:spMkLst>
            <pc:docMk/>
            <pc:sldMk cId="3060001204" sldId="286"/>
            <ac:spMk id="6" creationId="{C6243EF4-25CE-C38F-DFF3-96DB6EF50050}"/>
          </ac:spMkLst>
        </pc:spChg>
        <pc:spChg chg="add mod">
          <ac:chgData name="Michele Dowdy Mason" userId="4554f33240a8a24e" providerId="LiveId" clId="{9CCC909E-D179-482D-B08C-FD362CBF8290}" dt="2026-06-28T20:43:21.521" v="1046"/>
          <ac:spMkLst>
            <pc:docMk/>
            <pc:sldMk cId="3060001204" sldId="286"/>
            <ac:spMk id="8" creationId="{0A4B129F-2282-19B6-E0C5-CC47C09F5C46}"/>
          </ac:spMkLst>
        </pc:spChg>
        <pc:spChg chg="add mod">
          <ac:chgData name="Michele Dowdy Mason" userId="4554f33240a8a24e" providerId="LiveId" clId="{9CCC909E-D179-482D-B08C-FD362CBF8290}" dt="2026-06-28T20:43:21.521" v="1046"/>
          <ac:spMkLst>
            <pc:docMk/>
            <pc:sldMk cId="3060001204" sldId="286"/>
            <ac:spMk id="9" creationId="{F484CC87-D870-3D08-D2B6-2EB3328A68CD}"/>
          </ac:spMkLst>
        </pc:spChg>
        <pc:spChg chg="add del mod">
          <ac:chgData name="Michele Dowdy Mason" userId="4554f33240a8a24e" providerId="LiveId" clId="{9CCC909E-D179-482D-B08C-FD362CBF8290}" dt="2026-06-28T14:14:57.003" v="716" actId="26606"/>
          <ac:spMkLst>
            <pc:docMk/>
            <pc:sldMk cId="3060001204" sldId="286"/>
            <ac:spMk id="10" creationId="{3167EFF9-4A00-E7DF-FDCE-5F733B60A090}"/>
          </ac:spMkLst>
        </pc:spChg>
        <pc:spChg chg="add mod">
          <ac:chgData name="Michele Dowdy Mason" userId="4554f33240a8a24e" providerId="LiveId" clId="{9CCC909E-D179-482D-B08C-FD362CBF8290}" dt="2026-06-28T23:24:46.911" v="3073" actId="1076"/>
          <ac:spMkLst>
            <pc:docMk/>
            <pc:sldMk cId="3060001204" sldId="286"/>
            <ac:spMk id="11" creationId="{A6BCDF0E-62C1-AE5E-B37C-1C3A8C821389}"/>
          </ac:spMkLst>
        </pc:spChg>
        <pc:spChg chg="del">
          <ac:chgData name="Michele Dowdy Mason" userId="4554f33240a8a24e" providerId="LiveId" clId="{9CCC909E-D179-482D-B08C-FD362CBF8290}" dt="2026-06-28T09:55:14.402" v="137" actId="478"/>
          <ac:spMkLst>
            <pc:docMk/>
            <pc:sldMk cId="3060001204" sldId="286"/>
            <ac:spMk id="13" creationId="{9B2C75DE-CDF8-B891-56DA-C41EC7AB669E}"/>
          </ac:spMkLst>
        </pc:spChg>
        <pc:spChg chg="add del">
          <ac:chgData name="Michele Dowdy Mason" userId="4554f33240a8a24e" providerId="LiveId" clId="{9CCC909E-D179-482D-B08C-FD362CBF8290}" dt="2026-06-28T14:14:10.937" v="711" actId="26606"/>
          <ac:spMkLst>
            <pc:docMk/>
            <pc:sldMk cId="3060001204" sldId="286"/>
            <ac:spMk id="24" creationId="{52BE4420-3B5F-4549-8B4A-77855B8215EC}"/>
          </ac:spMkLst>
        </pc:spChg>
        <pc:spChg chg="add del">
          <ac:chgData name="Michele Dowdy Mason" userId="4554f33240a8a24e" providerId="LiveId" clId="{9CCC909E-D179-482D-B08C-FD362CBF8290}" dt="2026-06-28T14:14:10.937" v="711" actId="26606"/>
          <ac:spMkLst>
            <pc:docMk/>
            <pc:sldMk cId="3060001204" sldId="286"/>
            <ac:spMk id="26" creationId="{A75876F6-95D4-48CB-8E3E-4401A96E25A4}"/>
          </ac:spMkLst>
        </pc:spChg>
        <pc:spChg chg="add del">
          <ac:chgData name="Michele Dowdy Mason" userId="4554f33240a8a24e" providerId="LiveId" clId="{9CCC909E-D179-482D-B08C-FD362CBF8290}" dt="2026-06-28T14:14:10.937" v="711" actId="26606"/>
          <ac:spMkLst>
            <pc:docMk/>
            <pc:sldMk cId="3060001204" sldId="286"/>
            <ac:spMk id="28" creationId="{D1B84719-90BB-4D0C-92D8-61DC5512B34B}"/>
          </ac:spMkLst>
        </pc:spChg>
        <pc:spChg chg="add del">
          <ac:chgData name="Michele Dowdy Mason" userId="4554f33240a8a24e" providerId="LiveId" clId="{9CCC909E-D179-482D-B08C-FD362CBF8290}" dt="2026-06-28T14:14:10.937" v="711" actId="26606"/>
          <ac:spMkLst>
            <pc:docMk/>
            <pc:sldMk cId="3060001204" sldId="286"/>
            <ac:spMk id="30" creationId="{7B407EC4-5D16-4845-9840-4E28622B6568}"/>
          </ac:spMkLst>
        </pc:spChg>
        <pc:spChg chg="add del">
          <ac:chgData name="Michele Dowdy Mason" userId="4554f33240a8a24e" providerId="LiveId" clId="{9CCC909E-D179-482D-B08C-FD362CBF8290}" dt="2026-06-28T14:14:34.256" v="715" actId="26606"/>
          <ac:spMkLst>
            <pc:docMk/>
            <pc:sldMk cId="3060001204" sldId="286"/>
            <ac:spMk id="39" creationId="{52BE4420-3B5F-4549-8B4A-77855B8215EC}"/>
          </ac:spMkLst>
        </pc:spChg>
        <pc:spChg chg="add del">
          <ac:chgData name="Michele Dowdy Mason" userId="4554f33240a8a24e" providerId="LiveId" clId="{9CCC909E-D179-482D-B08C-FD362CBF8290}" dt="2026-06-28T14:14:34.256" v="715" actId="26606"/>
          <ac:spMkLst>
            <pc:docMk/>
            <pc:sldMk cId="3060001204" sldId="286"/>
            <ac:spMk id="40" creationId="{A75876F6-95D4-48CB-8E3E-4401A96E25A4}"/>
          </ac:spMkLst>
        </pc:spChg>
        <pc:spChg chg="add del">
          <ac:chgData name="Michele Dowdy Mason" userId="4554f33240a8a24e" providerId="LiveId" clId="{9CCC909E-D179-482D-B08C-FD362CBF8290}" dt="2026-06-28T14:14:34.256" v="715" actId="26606"/>
          <ac:spMkLst>
            <pc:docMk/>
            <pc:sldMk cId="3060001204" sldId="286"/>
            <ac:spMk id="41" creationId="{D1B84719-90BB-4D0C-92D8-61DC5512B34B}"/>
          </ac:spMkLst>
        </pc:spChg>
        <pc:spChg chg="add del">
          <ac:chgData name="Michele Dowdy Mason" userId="4554f33240a8a24e" providerId="LiveId" clId="{9CCC909E-D179-482D-B08C-FD362CBF8290}" dt="2026-06-28T14:14:34.256" v="715" actId="26606"/>
          <ac:spMkLst>
            <pc:docMk/>
            <pc:sldMk cId="3060001204" sldId="286"/>
            <ac:spMk id="42" creationId="{7B407EC4-5D16-4845-9840-4E28622B6568}"/>
          </ac:spMkLst>
        </pc:spChg>
        <pc:grpChg chg="add mod">
          <ac:chgData name="Michele Dowdy Mason" userId="4554f33240a8a24e" providerId="LiveId" clId="{9CCC909E-D179-482D-B08C-FD362CBF8290}" dt="2026-06-28T23:24:13.264" v="3069" actId="1076"/>
          <ac:grpSpMkLst>
            <pc:docMk/>
            <pc:sldMk cId="3060001204" sldId="286"/>
            <ac:grpSpMk id="2" creationId="{71DE8A0F-C85D-FD93-505F-5525082F454B}"/>
          </ac:grpSpMkLst>
        </pc:grpChg>
        <pc:grpChg chg="add mod">
          <ac:chgData name="Michele Dowdy Mason" userId="4554f33240a8a24e" providerId="LiveId" clId="{9CCC909E-D179-482D-B08C-FD362CBF8290}" dt="2026-06-28T20:43:21.521" v="1046"/>
          <ac:grpSpMkLst>
            <pc:docMk/>
            <pc:sldMk cId="3060001204" sldId="286"/>
            <ac:grpSpMk id="7" creationId="{5A06A9B1-2432-FF11-E75E-1585D5DC0B80}"/>
          </ac:grpSpMkLst>
        </pc:grpChg>
        <pc:grpChg chg="add del">
          <ac:chgData name="Michele Dowdy Mason" userId="4554f33240a8a24e" providerId="LiveId" clId="{9CCC909E-D179-482D-B08C-FD362CBF8290}" dt="2026-06-28T14:14:10.937" v="711" actId="26606"/>
          <ac:grpSpMkLst>
            <pc:docMk/>
            <pc:sldMk cId="3060001204" sldId="286"/>
            <ac:grpSpMk id="16" creationId="{C93797FD-7F0A-483E-966E-7FE88F8D8798}"/>
          </ac:grpSpMkLst>
        </pc:grpChg>
        <pc:grpChg chg="add del">
          <ac:chgData name="Michele Dowdy Mason" userId="4554f33240a8a24e" providerId="LiveId" clId="{9CCC909E-D179-482D-B08C-FD362CBF8290}" dt="2026-06-28T14:14:22.312" v="713" actId="26606"/>
          <ac:grpSpMkLst>
            <pc:docMk/>
            <pc:sldMk cId="3060001204" sldId="286"/>
            <ac:grpSpMk id="32" creationId="{C93797FD-7F0A-483E-966E-7FE88F8D8798}"/>
          </ac:grpSpMkLst>
        </pc:grpChg>
        <pc:grpChg chg="add del">
          <ac:chgData name="Michele Dowdy Mason" userId="4554f33240a8a24e" providerId="LiveId" clId="{9CCC909E-D179-482D-B08C-FD362CBF8290}" dt="2026-06-28T14:14:34.256" v="715" actId="26606"/>
          <ac:grpSpMkLst>
            <pc:docMk/>
            <pc:sldMk cId="3060001204" sldId="286"/>
            <ac:grpSpMk id="37" creationId="{C93797FD-7F0A-483E-966E-7FE88F8D8798}"/>
          </ac:grpSpMkLst>
        </pc:grpChg>
        <pc:graphicFrameChg chg="add del">
          <ac:chgData name="Michele Dowdy Mason" userId="4554f33240a8a24e" providerId="LiveId" clId="{9CCC909E-D179-482D-B08C-FD362CBF8290}" dt="2026-06-28T14:14:10.937" v="711" actId="26606"/>
          <ac:graphicFrameMkLst>
            <pc:docMk/>
            <pc:sldMk cId="3060001204" sldId="286"/>
            <ac:graphicFrameMk id="14" creationId="{2B5A50DD-24CB-33D2-60F4-9D1676889BE9}"/>
          </ac:graphicFrameMkLst>
        </pc:graphicFrameChg>
        <pc:graphicFrameChg chg="add mod modGraphic">
          <ac:chgData name="Michele Dowdy Mason" userId="4554f33240a8a24e" providerId="LiveId" clId="{9CCC909E-D179-482D-B08C-FD362CBF8290}" dt="2026-06-28T23:24:08.753" v="3068" actId="1076"/>
          <ac:graphicFrameMkLst>
            <pc:docMk/>
            <pc:sldMk cId="3060001204" sldId="286"/>
            <ac:graphicFrameMk id="15" creationId="{C6806A89-A687-B2AF-BFB0-5FCE4C0C4956}"/>
          </ac:graphicFrameMkLst>
        </pc:graphicFrameChg>
        <pc:graphicFrameChg chg="add del">
          <ac:chgData name="Michele Dowdy Mason" userId="4554f33240a8a24e" providerId="LiveId" clId="{9CCC909E-D179-482D-B08C-FD362CBF8290}" dt="2026-06-28T14:14:22.312" v="713" actId="26606"/>
          <ac:graphicFrameMkLst>
            <pc:docMk/>
            <pc:sldMk cId="3060001204" sldId="286"/>
            <ac:graphicFrameMk id="35" creationId="{A6800437-AACF-16A0-DE78-F717355537BD}"/>
          </ac:graphicFrameMkLst>
        </pc:graphicFrameChg>
        <pc:graphicFrameChg chg="add del">
          <ac:chgData name="Michele Dowdy Mason" userId="4554f33240a8a24e" providerId="LiveId" clId="{9CCC909E-D179-482D-B08C-FD362CBF8290}" dt="2026-06-28T14:14:34.256" v="715" actId="26606"/>
          <ac:graphicFrameMkLst>
            <pc:docMk/>
            <pc:sldMk cId="3060001204" sldId="286"/>
            <ac:graphicFrameMk id="43" creationId="{2B5A50DD-24CB-33D2-60F4-9D1676889BE9}"/>
          </ac:graphicFrameMkLst>
        </pc:graphicFrameChg>
        <pc:picChg chg="del">
          <ac:chgData name="Michele Dowdy Mason" userId="4554f33240a8a24e" providerId="LiveId" clId="{9CCC909E-D179-482D-B08C-FD362CBF8290}" dt="2026-06-28T09:53:37.342" v="106" actId="478"/>
          <ac:picMkLst>
            <pc:docMk/>
            <pc:sldMk cId="3060001204" sldId="286"/>
            <ac:picMk id="7" creationId="{CF4DF40E-A030-1342-D314-2BBE14E95C38}"/>
          </ac:picMkLst>
        </pc:picChg>
        <pc:picChg chg="del">
          <ac:chgData name="Michele Dowdy Mason" userId="4554f33240a8a24e" providerId="LiveId" clId="{9CCC909E-D179-482D-B08C-FD362CBF8290}" dt="2026-06-28T09:53:38.190" v="107" actId="478"/>
          <ac:picMkLst>
            <pc:docMk/>
            <pc:sldMk cId="3060001204" sldId="286"/>
            <ac:picMk id="9" creationId="{A52C6421-D259-2628-D77A-D34BB669FB0B}"/>
          </ac:picMkLst>
        </pc:picChg>
        <pc:picChg chg="del">
          <ac:chgData name="Michele Dowdy Mason" userId="4554f33240a8a24e" providerId="LiveId" clId="{9CCC909E-D179-482D-B08C-FD362CBF8290}" dt="2026-06-28T09:53:38.916" v="108" actId="478"/>
          <ac:picMkLst>
            <pc:docMk/>
            <pc:sldMk cId="3060001204" sldId="286"/>
            <ac:picMk id="12" creationId="{C3172E87-BD77-D9CC-7444-5FB176D61603}"/>
          </ac:picMkLst>
        </pc:picChg>
        <pc:cxnChg chg="add del">
          <ac:chgData name="Michele Dowdy Mason" userId="4554f33240a8a24e" providerId="LiveId" clId="{9CCC909E-D179-482D-B08C-FD362CBF8290}" dt="2026-06-28T14:14:10.937" v="711" actId="26606"/>
          <ac:cxnSpMkLst>
            <pc:docMk/>
            <pc:sldMk cId="3060001204" sldId="286"/>
            <ac:cxnSpMk id="22" creationId="{DDB3BAEE-5BE4-4B17-A2DA-B334759C47AB}"/>
          </ac:cxnSpMkLst>
        </pc:cxnChg>
        <pc:cxnChg chg="add del">
          <ac:chgData name="Michele Dowdy Mason" userId="4554f33240a8a24e" providerId="LiveId" clId="{9CCC909E-D179-482D-B08C-FD362CBF8290}" dt="2026-06-28T14:14:22.312" v="713" actId="26606"/>
          <ac:cxnSpMkLst>
            <pc:docMk/>
            <pc:sldMk cId="3060001204" sldId="286"/>
            <ac:cxnSpMk id="34" creationId="{DDB3BAEE-5BE4-4B17-A2DA-B334759C47AB}"/>
          </ac:cxnSpMkLst>
        </pc:cxnChg>
        <pc:cxnChg chg="add del">
          <ac:chgData name="Michele Dowdy Mason" userId="4554f33240a8a24e" providerId="LiveId" clId="{9CCC909E-D179-482D-B08C-FD362CBF8290}" dt="2026-06-28T14:14:34.256" v="715" actId="26606"/>
          <ac:cxnSpMkLst>
            <pc:docMk/>
            <pc:sldMk cId="3060001204" sldId="286"/>
            <ac:cxnSpMk id="38" creationId="{DDB3BAEE-5BE4-4B17-A2DA-B334759C47AB}"/>
          </ac:cxnSpMkLst>
        </pc:cxnChg>
      </pc:sldChg>
      <pc:sldChg chg="del">
        <pc:chgData name="Michele Dowdy Mason" userId="4554f33240a8a24e" providerId="LiveId" clId="{9CCC909E-D179-482D-B08C-FD362CBF8290}" dt="2026-06-28T10:56:47.106" v="640" actId="2696"/>
        <pc:sldMkLst>
          <pc:docMk/>
          <pc:sldMk cId="349934855" sldId="289"/>
        </pc:sldMkLst>
      </pc:sldChg>
      <pc:sldChg chg="addSp delSp modSp mod ord setBg modNotesTx">
        <pc:chgData name="Michele Dowdy Mason" userId="4554f33240a8a24e" providerId="LiveId" clId="{9CCC909E-D179-482D-B08C-FD362CBF8290}" dt="2026-06-28T23:19:20.803" v="3057" actId="26606"/>
        <pc:sldMkLst>
          <pc:docMk/>
          <pc:sldMk cId="2097223308" sldId="291"/>
        </pc:sldMkLst>
        <pc:spChg chg="mod or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3" creationId="{2960A8FD-A136-41F8-2D04-CF3884C150B6}"/>
          </ac:spMkLst>
        </pc:spChg>
        <pc:spChg chg="mo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4" creationId="{16F7787F-5848-34D3-7E84-0EA114CC49C2}"/>
          </ac:spMkLst>
        </pc:spChg>
        <pc:spChg chg="del mod">
          <ac:chgData name="Michele Dowdy Mason" userId="4554f33240a8a24e" providerId="LiveId" clId="{9CCC909E-D179-482D-B08C-FD362CBF8290}" dt="2026-06-28T14:09:35.838" v="682" actId="478"/>
          <ac:spMkLst>
            <pc:docMk/>
            <pc:sldMk cId="2097223308" sldId="291"/>
            <ac:spMk id="5" creationId="{D6F0E827-7A8E-1339-C298-8279563A4650}"/>
          </ac:spMkLst>
        </pc:spChg>
        <pc:spChg chg="del">
          <ac:chgData name="Michele Dowdy Mason" userId="4554f33240a8a24e" providerId="LiveId" clId="{9CCC909E-D179-482D-B08C-FD362CBF8290}" dt="2026-06-28T10:40:05.603" v="549" actId="478"/>
          <ac:spMkLst>
            <pc:docMk/>
            <pc:sldMk cId="2097223308" sldId="291"/>
            <ac:spMk id="8" creationId="{7D600D06-5339-B948-26F9-2E5B0F1E121C}"/>
          </ac:spMkLst>
        </pc:spChg>
        <pc:spChg chg="add del">
          <ac:chgData name="Michele Dowdy Mason" userId="4554f33240a8a24e" providerId="LiveId" clId="{9CCC909E-D179-482D-B08C-FD362CBF8290}" dt="2026-06-28T23:19:20.803" v="3056" actId="26606"/>
          <ac:spMkLst>
            <pc:docMk/>
            <pc:sldMk cId="2097223308" sldId="291"/>
            <ac:spMk id="9" creationId="{139F791B-8515-4F50-9D32-45DD7676C003}"/>
          </ac:spMkLst>
        </pc:spChg>
        <pc:spChg chg="add del">
          <ac:chgData name="Michele Dowdy Mason" userId="4554f33240a8a24e" providerId="LiveId" clId="{9CCC909E-D179-482D-B08C-FD362CBF8290}" dt="2026-06-28T23:19:20.803" v="3056" actId="26606"/>
          <ac:spMkLst>
            <pc:docMk/>
            <pc:sldMk cId="2097223308" sldId="291"/>
            <ac:spMk id="11" creationId="{8BE48C64-5364-4060-8928-FC052E77CD60}"/>
          </ac:spMkLst>
        </pc:spChg>
        <pc:spChg chg="del mod">
          <ac:chgData name="Michele Dowdy Mason" userId="4554f33240a8a24e" providerId="LiveId" clId="{9CCC909E-D179-482D-B08C-FD362CBF8290}" dt="2026-06-28T10:40:20.960" v="552" actId="478"/>
          <ac:spMkLst>
            <pc:docMk/>
            <pc:sldMk cId="2097223308" sldId="291"/>
            <ac:spMk id="14" creationId="{B8D10B07-14DA-A33B-6929-D0F97F9792B3}"/>
          </ac:spMkLst>
        </pc:spChg>
        <pc:spChg chg="del">
          <ac:chgData name="Michele Dowdy Mason" userId="4554f33240a8a24e" providerId="LiveId" clId="{9CCC909E-D179-482D-B08C-FD362CBF8290}" dt="2026-06-28T10:40:29.824" v="553" actId="478"/>
          <ac:spMkLst>
            <pc:docMk/>
            <pc:sldMk cId="2097223308" sldId="291"/>
            <ac:spMk id="15" creationId="{E3251BC8-5544-383A-11B2-3C79B10D081C}"/>
          </ac:spMkLst>
        </pc:spChg>
        <pc:spChg chg="add del">
          <ac:chgData name="Michele Dowdy Mason" userId="4554f33240a8a24e" providerId="LiveId" clId="{9CCC909E-D179-482D-B08C-FD362CBF8290}" dt="2026-06-28T23:19:20.803" v="3056" actId="26606"/>
          <ac:spMkLst>
            <pc:docMk/>
            <pc:sldMk cId="2097223308" sldId="291"/>
            <ac:spMk id="17" creationId="{DC0CDD34-455E-4188-B6E6-C57A40E43581}"/>
          </ac:spMkLst>
        </pc:spChg>
        <pc:spChg chg="add del">
          <ac:chgData name="Michele Dowdy Mason" userId="4554f33240a8a24e" providerId="LiveId" clId="{9CCC909E-D179-482D-B08C-FD362CBF8290}" dt="2026-06-28T23:19:20.803" v="3056" actId="26606"/>
          <ac:spMkLst>
            <pc:docMk/>
            <pc:sldMk cId="2097223308" sldId="291"/>
            <ac:spMk id="21" creationId="{4B0E089E-E773-40BF-B966-E1B54156C3BE}"/>
          </ac:spMkLst>
        </pc:spChg>
        <pc:spChg chg="add del">
          <ac:chgData name="Michele Dowdy Mason" userId="4554f33240a8a24e" providerId="LiveId" clId="{9CCC909E-D179-482D-B08C-FD362CBF8290}" dt="2026-06-28T23:19:20.803" v="3056" actId="26606"/>
          <ac:spMkLst>
            <pc:docMk/>
            <pc:sldMk cId="2097223308" sldId="291"/>
            <ac:spMk id="23" creationId="{16A56A1B-DB74-41DA-B78B-0C762EE7B686}"/>
          </ac:spMkLst>
        </pc:spChg>
        <pc:spChg chg="ad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25" creationId="{8BE48C64-5364-4060-8928-FC052E77CD60}"/>
          </ac:spMkLst>
        </pc:spChg>
        <pc:spChg chg="ad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26" creationId="{139F791B-8515-4F50-9D32-45DD7676C003}"/>
          </ac:spMkLst>
        </pc:spChg>
        <pc:spChg chg="ad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28" creationId="{31A06FCB-70B3-467B-844D-FDD1C3170C8A}"/>
          </ac:spMkLst>
        </pc:spChg>
        <pc:spChg chg="ad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30" creationId="{E490EF7B-4973-4D94-B956-D19466CBB3E4}"/>
          </ac:spMkLst>
        </pc:spChg>
        <pc:spChg chg="add">
          <ac:chgData name="Michele Dowdy Mason" userId="4554f33240a8a24e" providerId="LiveId" clId="{9CCC909E-D179-482D-B08C-FD362CBF8290}" dt="2026-06-28T23:19:20.803" v="3057" actId="26606"/>
          <ac:spMkLst>
            <pc:docMk/>
            <pc:sldMk cId="2097223308" sldId="291"/>
            <ac:spMk id="31" creationId="{759BD99A-99E1-4C7A-9BD0-B5BE94D216AF}"/>
          </ac:spMkLst>
        </pc:spChg>
        <pc:picChg chg="add mod">
          <ac:chgData name="Michele Dowdy Mason" userId="4554f33240a8a24e" providerId="LiveId" clId="{9CCC909E-D179-482D-B08C-FD362CBF8290}" dt="2026-06-28T23:19:20.803" v="3057" actId="26606"/>
          <ac:picMkLst>
            <pc:docMk/>
            <pc:sldMk cId="2097223308" sldId="291"/>
            <ac:picMk id="6" creationId="{98BD4FD2-0D03-A501-4AB8-B20ACAB02B11}"/>
          </ac:picMkLst>
        </pc:picChg>
        <pc:picChg chg="add del mod">
          <ac:chgData name="Michele Dowdy Mason" userId="4554f33240a8a24e" providerId="LiveId" clId="{9CCC909E-D179-482D-B08C-FD362CBF8290}" dt="2026-06-28T10:54:21.328" v="635" actId="478"/>
          <ac:picMkLst>
            <pc:docMk/>
            <pc:sldMk cId="2097223308" sldId="291"/>
            <ac:picMk id="6" creationId="{C0852634-4174-2BFE-4310-299D9E73DACA}"/>
          </ac:picMkLst>
        </pc:picChg>
        <pc:picChg chg="del">
          <ac:chgData name="Michele Dowdy Mason" userId="4554f33240a8a24e" providerId="LiveId" clId="{9CCC909E-D179-482D-B08C-FD362CBF8290}" dt="2026-06-28T10:39:58.366" v="547" actId="478"/>
          <ac:picMkLst>
            <pc:docMk/>
            <pc:sldMk cId="2097223308" sldId="291"/>
            <ac:picMk id="7" creationId="{E683E6D9-1904-884C-AAE0-E30D48CCC191}"/>
          </ac:picMkLst>
        </pc:picChg>
        <pc:picChg chg="del">
          <ac:chgData name="Michele Dowdy Mason" userId="4554f33240a8a24e" providerId="LiveId" clId="{9CCC909E-D179-482D-B08C-FD362CBF8290}" dt="2026-06-28T10:39:59.149" v="548" actId="478"/>
          <ac:picMkLst>
            <pc:docMk/>
            <pc:sldMk cId="2097223308" sldId="291"/>
            <ac:picMk id="13" creationId="{A9E614D6-19AC-1F0E-AB58-1D6CB8628145}"/>
          </ac:picMkLst>
        </pc:picChg>
        <pc:cxnChg chg="add del">
          <ac:chgData name="Michele Dowdy Mason" userId="4554f33240a8a24e" providerId="LiveId" clId="{9CCC909E-D179-482D-B08C-FD362CBF8290}" dt="2026-06-28T23:19:20.803" v="3056" actId="26606"/>
          <ac:cxnSpMkLst>
            <pc:docMk/>
            <pc:sldMk cId="2097223308" sldId="291"/>
            <ac:cxnSpMk id="10" creationId="{966A6F95-73C3-44EC-9D80-3131D2D868F1}"/>
          </ac:cxnSpMkLst>
        </pc:cxnChg>
        <pc:cxnChg chg="add del">
          <ac:chgData name="Michele Dowdy Mason" userId="4554f33240a8a24e" providerId="LiveId" clId="{9CCC909E-D179-482D-B08C-FD362CBF8290}" dt="2026-06-28T23:19:20.803" v="3056" actId="26606"/>
          <ac:cxnSpMkLst>
            <pc:docMk/>
            <pc:sldMk cId="2097223308" sldId="291"/>
            <ac:cxnSpMk id="19" creationId="{381C2058-47F2-4937-AFC4-04B58EC1A035}"/>
          </ac:cxnSpMkLst>
        </pc:cxnChg>
        <pc:cxnChg chg="add">
          <ac:chgData name="Michele Dowdy Mason" userId="4554f33240a8a24e" providerId="LiveId" clId="{9CCC909E-D179-482D-B08C-FD362CBF8290}" dt="2026-06-28T23:19:20.803" v="3057" actId="26606"/>
          <ac:cxnSpMkLst>
            <pc:docMk/>
            <pc:sldMk cId="2097223308" sldId="291"/>
            <ac:cxnSpMk id="27" creationId="{966A6F95-73C3-44EC-9D80-3131D2D868F1}"/>
          </ac:cxnSpMkLst>
        </pc:cxnChg>
        <pc:cxnChg chg="add">
          <ac:chgData name="Michele Dowdy Mason" userId="4554f33240a8a24e" providerId="LiveId" clId="{9CCC909E-D179-482D-B08C-FD362CBF8290}" dt="2026-06-28T23:19:20.803" v="3057" actId="26606"/>
          <ac:cxnSpMkLst>
            <pc:docMk/>
            <pc:sldMk cId="2097223308" sldId="291"/>
            <ac:cxnSpMk id="29" creationId="{C4389EDA-ED4B-40B2-833A-12EA658E70A3}"/>
          </ac:cxnSpMkLst>
        </pc:cxnChg>
      </pc:sldChg>
      <pc:sldChg chg="del">
        <pc:chgData name="Michele Dowdy Mason" userId="4554f33240a8a24e" providerId="LiveId" clId="{9CCC909E-D179-482D-B08C-FD362CBF8290}" dt="2026-06-28T10:56:39.421" v="638" actId="2696"/>
        <pc:sldMkLst>
          <pc:docMk/>
          <pc:sldMk cId="1327213092" sldId="292"/>
        </pc:sldMkLst>
      </pc:sldChg>
      <pc:sldChg chg="addSp delSp modSp mod">
        <pc:chgData name="Michele Dowdy Mason" userId="4554f33240a8a24e" providerId="LiveId" clId="{9CCC909E-D179-482D-B08C-FD362CBF8290}" dt="2026-06-28T23:18:37.167" v="3054" actId="26606"/>
        <pc:sldMkLst>
          <pc:docMk/>
          <pc:sldMk cId="4283692408" sldId="293"/>
        </pc:sldMkLst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4283692408" sldId="293"/>
            <ac:spMk id="3" creationId="{428D8FE1-38E8-8D6A-84F3-6D898BA58075}"/>
          </ac:spMkLst>
        </pc:spChg>
        <pc:spChg chg="mod">
          <ac:chgData name="Michele Dowdy Mason" userId="4554f33240a8a24e" providerId="LiveId" clId="{9CCC909E-D179-482D-B08C-FD362CBF8290}" dt="2026-06-28T23:07:27.238" v="2316" actId="20577"/>
          <ac:spMkLst>
            <pc:docMk/>
            <pc:sldMk cId="4283692408" sldId="293"/>
            <ac:spMk id="4" creationId="{F6C945D4-4D85-3849-C1D4-3C88F90358D6}"/>
          </ac:spMkLst>
        </pc:spChg>
        <pc:spChg chg="add del mod">
          <ac:chgData name="Michele Dowdy Mason" userId="4554f33240a8a24e" providerId="LiveId" clId="{9CCC909E-D179-482D-B08C-FD362CBF8290}" dt="2026-06-28T23:18:37.167" v="3054" actId="26606"/>
          <ac:spMkLst>
            <pc:docMk/>
            <pc:sldMk cId="4283692408" sldId="293"/>
            <ac:spMk id="5" creationId="{ACAC8618-279F-0883-9F0C-6E3C9E1F2DD7}"/>
          </ac:spMkLst>
        </pc:spChg>
        <pc:spChg chg="mod">
          <ac:chgData name="Michele Dowdy Mason" userId="4554f33240a8a24e" providerId="LiveId" clId="{9CCC909E-D179-482D-B08C-FD362CBF8290}" dt="2026-06-28T10:56:53.259" v="641" actId="6549"/>
          <ac:spMkLst>
            <pc:docMk/>
            <pc:sldMk cId="4283692408" sldId="293"/>
            <ac:spMk id="10" creationId="{5AB8891F-18A6-95E6-9B01-5309372D5A84}"/>
          </ac:spMkLst>
        </pc:spChg>
        <pc:graphicFrameChg chg="add del">
          <ac:chgData name="Michele Dowdy Mason" userId="4554f33240a8a24e" providerId="LiveId" clId="{9CCC909E-D179-482D-B08C-FD362CBF8290}" dt="2026-06-28T23:18:28.643" v="3053" actId="26606"/>
          <ac:graphicFrameMkLst>
            <pc:docMk/>
            <pc:sldMk cId="4283692408" sldId="293"/>
            <ac:graphicFrameMk id="12" creationId="{BE690E29-EE2C-B3ED-9720-8A81DC4975DE}"/>
          </ac:graphicFrameMkLst>
        </pc:graphicFrameChg>
        <pc:graphicFrameChg chg="add">
          <ac:chgData name="Michele Dowdy Mason" userId="4554f33240a8a24e" providerId="LiveId" clId="{9CCC909E-D179-482D-B08C-FD362CBF8290}" dt="2026-06-28T23:18:37.167" v="3054" actId="26606"/>
          <ac:graphicFrameMkLst>
            <pc:docMk/>
            <pc:sldMk cId="4283692408" sldId="293"/>
            <ac:graphicFrameMk id="13" creationId="{0F7DFA82-3B1F-75F0-AEE5-677F6AA9C384}"/>
          </ac:graphicFrameMkLst>
        </pc:graphicFrameChg>
      </pc:sldChg>
      <pc:sldChg chg="addSp delSp modSp add mod ord">
        <pc:chgData name="Michele Dowdy Mason" userId="4554f33240a8a24e" providerId="LiveId" clId="{9CCC909E-D179-482D-B08C-FD362CBF8290}" dt="2026-06-28T23:25:49.037" v="3083" actId="403"/>
        <pc:sldMkLst>
          <pc:docMk/>
          <pc:sldMk cId="1078641349" sldId="294"/>
        </pc:sldMkLst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1078641349" sldId="294"/>
            <ac:spMk id="3" creationId="{C4608283-68BE-69DB-7563-0CCB17CE7923}"/>
          </ac:spMkLst>
        </pc:spChg>
        <pc:spChg chg="mod">
          <ac:chgData name="Michele Dowdy Mason" userId="4554f33240a8a24e" providerId="LiveId" clId="{9CCC909E-D179-482D-B08C-FD362CBF8290}" dt="2026-06-28T20:54:50.026" v="1147" actId="20577"/>
          <ac:spMkLst>
            <pc:docMk/>
            <pc:sldMk cId="1078641349" sldId="294"/>
            <ac:spMk id="4" creationId="{91FB3B80-026E-DA34-2348-C820C3401EA0}"/>
          </ac:spMkLst>
        </pc:spChg>
        <pc:spChg chg="del">
          <ac:chgData name="Michele Dowdy Mason" userId="4554f33240a8a24e" providerId="LiveId" clId="{9CCC909E-D179-482D-B08C-FD362CBF8290}" dt="2026-06-28T20:27:32.383" v="804" actId="478"/>
          <ac:spMkLst>
            <pc:docMk/>
            <pc:sldMk cId="1078641349" sldId="294"/>
            <ac:spMk id="5" creationId="{ADB8BBAC-B94D-E54E-233A-626DD8CE7D5B}"/>
          </ac:spMkLst>
        </pc:spChg>
        <pc:spChg chg="add mod">
          <ac:chgData name="Michele Dowdy Mason" userId="4554f33240a8a24e" providerId="LiveId" clId="{9CCC909E-D179-482D-B08C-FD362CBF8290}" dt="2026-06-28T20:55:05.440" v="1148"/>
          <ac:spMkLst>
            <pc:docMk/>
            <pc:sldMk cId="1078641349" sldId="294"/>
            <ac:spMk id="10" creationId="{1E869A54-1E9B-70E0-BAFA-508AC025F55C}"/>
          </ac:spMkLst>
        </pc:spChg>
        <pc:spChg chg="add mod">
          <ac:chgData name="Michele Dowdy Mason" userId="4554f33240a8a24e" providerId="LiveId" clId="{9CCC909E-D179-482D-B08C-FD362CBF8290}" dt="2026-06-28T23:25:49.037" v="3083" actId="403"/>
          <ac:spMkLst>
            <pc:docMk/>
            <pc:sldMk cId="1078641349" sldId="294"/>
            <ac:spMk id="11" creationId="{BDD2D531-8168-0BA0-45D6-C7C5F3714B44}"/>
          </ac:spMkLst>
        </pc:spChg>
        <pc:spChg chg="add mod">
          <ac:chgData name="Michele Dowdy Mason" userId="4554f33240a8a24e" providerId="LiveId" clId="{9CCC909E-D179-482D-B08C-FD362CBF8290}" dt="2026-06-28T20:55:05.440" v="1148"/>
          <ac:spMkLst>
            <pc:docMk/>
            <pc:sldMk cId="1078641349" sldId="294"/>
            <ac:spMk id="12" creationId="{9D378A55-45BA-A8EB-7680-324424721AFF}"/>
          </ac:spMkLst>
        </pc:spChg>
        <pc:spChg chg="add mod">
          <ac:chgData name="Michele Dowdy Mason" userId="4554f33240a8a24e" providerId="LiveId" clId="{9CCC909E-D179-482D-B08C-FD362CBF8290}" dt="2026-06-28T23:25:44.337" v="3081" actId="403"/>
          <ac:spMkLst>
            <pc:docMk/>
            <pc:sldMk cId="1078641349" sldId="294"/>
            <ac:spMk id="13" creationId="{57C690D3-3F96-0EF6-A5B7-6C5176B8CAA5}"/>
          </ac:spMkLst>
        </pc:spChg>
        <pc:spChg chg="add mod">
          <ac:chgData name="Michele Dowdy Mason" userId="4554f33240a8a24e" providerId="LiveId" clId="{9CCC909E-D179-482D-B08C-FD362CBF8290}" dt="2026-06-28T20:55:05.440" v="1148"/>
          <ac:spMkLst>
            <pc:docMk/>
            <pc:sldMk cId="1078641349" sldId="294"/>
            <ac:spMk id="14" creationId="{B0BC4F3D-783A-E3FA-F200-7140D9B578FD}"/>
          </ac:spMkLst>
        </pc:spChg>
        <pc:spChg chg="add mod">
          <ac:chgData name="Michele Dowdy Mason" userId="4554f33240a8a24e" providerId="LiveId" clId="{9CCC909E-D179-482D-B08C-FD362CBF8290}" dt="2026-06-28T23:25:40.161" v="3079" actId="403"/>
          <ac:spMkLst>
            <pc:docMk/>
            <pc:sldMk cId="1078641349" sldId="294"/>
            <ac:spMk id="15" creationId="{5F1D691C-6A21-E0BB-834A-FA06F413F329}"/>
          </ac:spMkLst>
        </pc:spChg>
        <pc:spChg chg="add mod">
          <ac:chgData name="Michele Dowdy Mason" userId="4554f33240a8a24e" providerId="LiveId" clId="{9CCC909E-D179-482D-B08C-FD362CBF8290}" dt="2026-06-28T20:55:05.440" v="1148"/>
          <ac:spMkLst>
            <pc:docMk/>
            <pc:sldMk cId="1078641349" sldId="294"/>
            <ac:spMk id="16" creationId="{10F2DDFF-4CF7-F452-7EEB-DAF3476101F3}"/>
          </ac:spMkLst>
        </pc:spChg>
        <pc:spChg chg="add mod">
          <ac:chgData name="Michele Dowdy Mason" userId="4554f33240a8a24e" providerId="LiveId" clId="{9CCC909E-D179-482D-B08C-FD362CBF8290}" dt="2026-06-28T23:25:33.337" v="3077" actId="403"/>
          <ac:spMkLst>
            <pc:docMk/>
            <pc:sldMk cId="1078641349" sldId="294"/>
            <ac:spMk id="17" creationId="{B9B444CF-4F29-5155-0130-12F54DFD3421}"/>
          </ac:spMkLst>
        </pc:spChg>
        <pc:spChg chg="add mod">
          <ac:chgData name="Michele Dowdy Mason" userId="4554f33240a8a24e" providerId="LiveId" clId="{9CCC909E-D179-482D-B08C-FD362CBF8290}" dt="2026-06-28T20:55:05.440" v="1148"/>
          <ac:spMkLst>
            <pc:docMk/>
            <pc:sldMk cId="1078641349" sldId="294"/>
            <ac:spMk id="18" creationId="{8148343C-4293-13BA-5142-F586B8541054}"/>
          </ac:spMkLst>
        </pc:spChg>
        <pc:spChg chg="add mod">
          <ac:chgData name="Michele Dowdy Mason" userId="4554f33240a8a24e" providerId="LiveId" clId="{9CCC909E-D179-482D-B08C-FD362CBF8290}" dt="2026-06-28T23:25:26.370" v="3075" actId="403"/>
          <ac:spMkLst>
            <pc:docMk/>
            <pc:sldMk cId="1078641349" sldId="294"/>
            <ac:spMk id="19" creationId="{8FE4BBE9-A474-5BCB-DABD-6D59C840AF0B}"/>
          </ac:spMkLst>
        </pc:spChg>
        <pc:grpChg chg="mod">
          <ac:chgData name="Michele Dowdy Mason" userId="4554f33240a8a24e" providerId="LiveId" clId="{9CCC909E-D179-482D-B08C-FD362CBF8290}" dt="2026-06-28T20:56:44.565" v="1156" actId="1076"/>
          <ac:grpSpMkLst>
            <pc:docMk/>
            <pc:sldMk cId="1078641349" sldId="294"/>
            <ac:grpSpMk id="2" creationId="{06D1F88A-C347-6124-B47E-EE6FE63AA9BC}"/>
          </ac:grpSpMkLst>
        </pc:grpChg>
        <pc:grpChg chg="mod">
          <ac:chgData name="Michele Dowdy Mason" userId="4554f33240a8a24e" providerId="LiveId" clId="{9CCC909E-D179-482D-B08C-FD362CBF8290}" dt="2026-06-28T20:56:40.020" v="1155" actId="1076"/>
          <ac:grpSpMkLst>
            <pc:docMk/>
            <pc:sldMk cId="1078641349" sldId="294"/>
            <ac:grpSpMk id="6" creationId="{B6A7B8CA-D41B-71AE-0E69-BF2600E8C46F}"/>
          </ac:grpSpMkLst>
        </pc:grpChg>
        <pc:grpChg chg="mod">
          <ac:chgData name="Michele Dowdy Mason" userId="4554f33240a8a24e" providerId="LiveId" clId="{9CCC909E-D179-482D-B08C-FD362CBF8290}" dt="2026-06-28T20:56:36.737" v="1154" actId="1076"/>
          <ac:grpSpMkLst>
            <pc:docMk/>
            <pc:sldMk cId="1078641349" sldId="294"/>
            <ac:grpSpMk id="7" creationId="{5272AD63-2EDD-7E67-09F8-5C41D6A26C68}"/>
          </ac:grpSpMkLst>
        </pc:grpChg>
        <pc:grpChg chg="mod">
          <ac:chgData name="Michele Dowdy Mason" userId="4554f33240a8a24e" providerId="LiveId" clId="{9CCC909E-D179-482D-B08C-FD362CBF8290}" dt="2026-06-28T20:56:52.322" v="1158" actId="1076"/>
          <ac:grpSpMkLst>
            <pc:docMk/>
            <pc:sldMk cId="1078641349" sldId="294"/>
            <ac:grpSpMk id="8" creationId="{116C2427-F2CA-19C5-5614-5D457DB3254A}"/>
          </ac:grpSpMkLst>
        </pc:grpChg>
        <pc:grpChg chg="mod">
          <ac:chgData name="Michele Dowdy Mason" userId="4554f33240a8a24e" providerId="LiveId" clId="{9CCC909E-D179-482D-B08C-FD362CBF8290}" dt="2026-06-28T20:56:49.932" v="1157" actId="1076"/>
          <ac:grpSpMkLst>
            <pc:docMk/>
            <pc:sldMk cId="1078641349" sldId="294"/>
            <ac:grpSpMk id="9" creationId="{6310693D-A20F-920A-BED7-DD642791F4E5}"/>
          </ac:grpSpMkLst>
        </pc:grpChg>
      </pc:sldChg>
      <pc:sldChg chg="addSp delSp modSp add del mod setBg">
        <pc:chgData name="Michele Dowdy Mason" userId="4554f33240a8a24e" providerId="LiveId" clId="{9CCC909E-D179-482D-B08C-FD362CBF8290}" dt="2026-06-28T20:55:18.026" v="1149" actId="2696"/>
        <pc:sldMkLst>
          <pc:docMk/>
          <pc:sldMk cId="2522870218" sldId="295"/>
        </pc:sldMkLst>
        <pc:spChg chg="mod">
          <ac:chgData name="Michele Dowdy Mason" userId="4554f33240a8a24e" providerId="LiveId" clId="{9CCC909E-D179-482D-B08C-FD362CBF8290}" dt="2026-06-28T20:53:14.222" v="1097" actId="26606"/>
          <ac:spMkLst>
            <pc:docMk/>
            <pc:sldMk cId="2522870218" sldId="295"/>
            <ac:spMk id="3" creationId="{B306C3BB-A474-1A09-6499-59E95F6383C8}"/>
          </ac:spMkLst>
        </pc:spChg>
        <pc:spChg chg="mod">
          <ac:chgData name="Michele Dowdy Mason" userId="4554f33240a8a24e" providerId="LiveId" clId="{9CCC909E-D179-482D-B08C-FD362CBF8290}" dt="2026-06-28T20:53:14.222" v="1097" actId="26606"/>
          <ac:spMkLst>
            <pc:docMk/>
            <pc:sldMk cId="2522870218" sldId="295"/>
            <ac:spMk id="4" creationId="{BC6B653C-EFB1-561F-2CBC-7C7989494485}"/>
          </ac:spMkLst>
        </pc:spChg>
        <pc:spChg chg="del">
          <ac:chgData name="Michele Dowdy Mason" userId="4554f33240a8a24e" providerId="LiveId" clId="{9CCC909E-D179-482D-B08C-FD362CBF8290}" dt="2026-06-28T20:52:46.392" v="1095" actId="478"/>
          <ac:spMkLst>
            <pc:docMk/>
            <pc:sldMk cId="2522870218" sldId="295"/>
            <ac:spMk id="5" creationId="{3015A83B-6315-0515-126E-59DD762FA47D}"/>
          </ac:spMkLst>
        </pc:spChg>
        <pc:spChg chg="add del mod">
          <ac:chgData name="Michele Dowdy Mason" userId="4554f33240a8a24e" providerId="LiveId" clId="{9CCC909E-D179-482D-B08C-FD362CBF8290}" dt="2026-06-28T20:53:14.222" v="1097" actId="26606"/>
          <ac:spMkLst>
            <pc:docMk/>
            <pc:sldMk cId="2522870218" sldId="295"/>
            <ac:spMk id="6" creationId="{5390F77F-C0A1-4464-8A03-D5F0CD4C0011}"/>
          </ac:spMkLst>
        </pc:spChg>
        <pc:grpChg chg="add">
          <ac:chgData name="Michele Dowdy Mason" userId="4554f33240a8a24e" providerId="LiveId" clId="{9CCC909E-D179-482D-B08C-FD362CBF8290}" dt="2026-06-28T20:53:14.222" v="1097" actId="26606"/>
          <ac:grpSpMkLst>
            <pc:docMk/>
            <pc:sldMk cId="2522870218" sldId="295"/>
            <ac:grpSpMk id="12" creationId="{C93797FD-7F0A-483E-966E-7FE88F8D8798}"/>
          </ac:grpSpMkLst>
        </pc:grpChg>
        <pc:graphicFrameChg chg="add modGraphic">
          <ac:chgData name="Michele Dowdy Mason" userId="4554f33240a8a24e" providerId="LiveId" clId="{9CCC909E-D179-482D-B08C-FD362CBF8290}" dt="2026-06-28T20:54:15.789" v="1121" actId="20577"/>
          <ac:graphicFrameMkLst>
            <pc:docMk/>
            <pc:sldMk cId="2522870218" sldId="295"/>
            <ac:graphicFrameMk id="8" creationId="{34B1FB0F-6E13-CB1C-ECDF-28BA334C1B28}"/>
          </ac:graphicFrameMkLst>
        </pc:graphicFrameChg>
        <pc:cxnChg chg="add">
          <ac:chgData name="Michele Dowdy Mason" userId="4554f33240a8a24e" providerId="LiveId" clId="{9CCC909E-D179-482D-B08C-FD362CBF8290}" dt="2026-06-28T20:53:14.222" v="1097" actId="26606"/>
          <ac:cxnSpMkLst>
            <pc:docMk/>
            <pc:sldMk cId="2522870218" sldId="295"/>
            <ac:cxnSpMk id="18" creationId="{DDB3BAEE-5BE4-4B17-A2DA-B334759C47AB}"/>
          </ac:cxnSpMkLst>
        </pc:cxnChg>
      </pc:sldChg>
      <pc:sldChg chg="addSp delSp modSp add mod ord">
        <pc:chgData name="Michele Dowdy Mason" userId="4554f33240a8a24e" providerId="LiveId" clId="{9CCC909E-D179-482D-B08C-FD362CBF8290}" dt="2026-06-28T23:22:44.462" v="3061" actId="14100"/>
        <pc:sldMkLst>
          <pc:docMk/>
          <pc:sldMk cId="2642385357" sldId="296"/>
        </pc:sldMkLst>
        <pc:spChg chg="add del mod">
          <ac:chgData name="Michele Dowdy Mason" userId="4554f33240a8a24e" providerId="LiveId" clId="{9CCC909E-D179-482D-B08C-FD362CBF8290}" dt="2026-06-28T21:05:09.305" v="1239" actId="478"/>
          <ac:spMkLst>
            <pc:docMk/>
            <pc:sldMk cId="2642385357" sldId="296"/>
            <ac:spMk id="2" creationId="{FA1F49B9-C18F-9417-EA54-69F0EAB81206}"/>
          </ac:spMkLst>
        </pc:spChg>
        <pc:spChg chg="mod">
          <ac:chgData name="Michele Dowdy Mason" userId="4554f33240a8a24e" providerId="LiveId" clId="{9CCC909E-D179-482D-B08C-FD362CBF8290}" dt="2026-06-28T23:17:07.766" v="3050"/>
          <ac:spMkLst>
            <pc:docMk/>
            <pc:sldMk cId="2642385357" sldId="296"/>
            <ac:spMk id="3" creationId="{958289CD-72B5-9E14-8900-122312587AAC}"/>
          </ac:spMkLst>
        </pc:spChg>
        <pc:spChg chg="mod">
          <ac:chgData name="Michele Dowdy Mason" userId="4554f33240a8a24e" providerId="LiveId" clId="{9CCC909E-D179-482D-B08C-FD362CBF8290}" dt="2026-06-28T21:13:07.554" v="1293" actId="20577"/>
          <ac:spMkLst>
            <pc:docMk/>
            <pc:sldMk cId="2642385357" sldId="296"/>
            <ac:spMk id="4" creationId="{0A50C3E3-01FB-CEA5-28BE-234A461CFA4C}"/>
          </ac:spMkLst>
        </pc:spChg>
        <pc:spChg chg="del mod">
          <ac:chgData name="Michele Dowdy Mason" userId="4554f33240a8a24e" providerId="LiveId" clId="{9CCC909E-D179-482D-B08C-FD362CBF8290}" dt="2026-06-28T21:05:00.453" v="1238" actId="478"/>
          <ac:spMkLst>
            <pc:docMk/>
            <pc:sldMk cId="2642385357" sldId="296"/>
            <ac:spMk id="5" creationId="{F4E1277E-0748-4775-9803-298EBF20402E}"/>
          </ac:spMkLst>
        </pc:spChg>
        <pc:spChg chg="add mod">
          <ac:chgData name="Michele Dowdy Mason" userId="4554f33240a8a24e" providerId="LiveId" clId="{9CCC909E-D179-482D-B08C-FD362CBF8290}" dt="2026-06-28T23:22:44.462" v="3061" actId="14100"/>
          <ac:spMkLst>
            <pc:docMk/>
            <pc:sldMk cId="2642385357" sldId="296"/>
            <ac:spMk id="7" creationId="{19C31703-D3F0-CFC5-AF27-2509BCCB7A57}"/>
          </ac:spMkLst>
        </pc:spChg>
      </pc:sldChg>
      <pc:sldChg chg="addSp delSp modSp add mod ord setBg">
        <pc:chgData name="Michele Dowdy Mason" userId="4554f33240a8a24e" providerId="LiveId" clId="{9CCC909E-D179-482D-B08C-FD362CBF8290}" dt="2026-06-28T23:26:43.123" v="3084" actId="20577"/>
        <pc:sldMkLst>
          <pc:docMk/>
          <pc:sldMk cId="3879524019" sldId="297"/>
        </pc:sldMkLst>
        <pc:spChg chg="mo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3" creationId="{C820A5E6-3D0A-289E-0DAA-38877DD67E6C}"/>
          </ac:spMkLst>
        </pc:spChg>
        <pc:spChg chg="mo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4" creationId="{3BFEB123-75E1-DE22-1E18-F17972507F59}"/>
          </ac:spMkLst>
        </pc:spChg>
        <pc:spChg chg="add del mod or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5" creationId="{9371C854-0497-C208-7A0A-23A5FE962F80}"/>
          </ac:spMkLst>
        </pc:spChg>
        <pc:spChg chg="mo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10" creationId="{3DCB906B-33F1-A2DF-0279-C5465B010CBD}"/>
          </ac:spMkLst>
        </pc:spChg>
        <pc:spChg chg="ad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16" creationId="{A0C9F63A-5E29-4103-8E3A-D402BF2D71C3}"/>
          </ac:spMkLst>
        </pc:spChg>
        <pc:spChg chg="ad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18" creationId="{8B62E198-FB7D-4B4B-B259-C9EA645FF2BC}"/>
          </ac:spMkLst>
        </pc:spChg>
        <pc:spChg chg="ad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22" creationId="{E1A2DFE5-EF38-4E9F-B3CD-1386050B47EB}"/>
          </ac:spMkLst>
        </pc:spChg>
        <pc:spChg chg="ad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26" creationId="{BA7B07AE-457A-42BF-A19C-34559DB555A4}"/>
          </ac:spMkLst>
        </pc:spChg>
        <pc:spChg chg="add">
          <ac:chgData name="Michele Dowdy Mason" userId="4554f33240a8a24e" providerId="LiveId" clId="{9CCC909E-D179-482D-B08C-FD362CBF8290}" dt="2026-06-28T23:17:50.906" v="3051" actId="26606"/>
          <ac:spMkLst>
            <pc:docMk/>
            <pc:sldMk cId="3879524019" sldId="297"/>
            <ac:spMk id="28" creationId="{A1FF35D9-5272-4E31-8324-21E089F2F90E}"/>
          </ac:spMkLst>
        </pc:spChg>
        <pc:grpChg chg="add del">
          <ac:chgData name="Michele Dowdy Mason" userId="4554f33240a8a24e" providerId="LiveId" clId="{9CCC909E-D179-482D-B08C-FD362CBF8290}" dt="2026-06-28T23:12:39.671" v="3038" actId="26606"/>
          <ac:grpSpMkLst>
            <pc:docMk/>
            <pc:sldMk cId="3879524019" sldId="297"/>
            <ac:grpSpMk id="17" creationId="{3F6D81C7-B083-478E-82FE-089A8CB72EB8}"/>
          </ac:grpSpMkLst>
        </pc:grpChg>
        <pc:graphicFrameChg chg="add del">
          <ac:chgData name="Michele Dowdy Mason" userId="4554f33240a8a24e" providerId="LiveId" clId="{9CCC909E-D179-482D-B08C-FD362CBF8290}" dt="2026-06-28T23:12:48.460" v="3040" actId="26606"/>
          <ac:graphicFrameMkLst>
            <pc:docMk/>
            <pc:sldMk cId="3879524019" sldId="297"/>
            <ac:graphicFrameMk id="12" creationId="{AF1494AB-E46C-DFDD-AC36-4BF3E5E46179}"/>
          </ac:graphicFrameMkLst>
        </pc:graphicFrameChg>
        <pc:graphicFrameChg chg="add modGraphic">
          <ac:chgData name="Michele Dowdy Mason" userId="4554f33240a8a24e" providerId="LiveId" clId="{9CCC909E-D179-482D-B08C-FD362CBF8290}" dt="2026-06-28T23:26:43.123" v="3084" actId="20577"/>
          <ac:graphicFrameMkLst>
            <pc:docMk/>
            <pc:sldMk cId="3879524019" sldId="297"/>
            <ac:graphicFrameMk id="13" creationId="{E8322C81-567A-1656-D865-0F33141F40FF}"/>
          </ac:graphicFrameMkLst>
        </pc:graphicFrameChg>
        <pc:picChg chg="add del">
          <ac:chgData name="Michele Dowdy Mason" userId="4554f33240a8a24e" providerId="LiveId" clId="{9CCC909E-D179-482D-B08C-FD362CBF8290}" dt="2026-06-28T23:12:39.671" v="3038" actId="26606"/>
          <ac:picMkLst>
            <pc:docMk/>
            <pc:sldMk cId="3879524019" sldId="297"/>
            <ac:picMk id="14" creationId="{6F7758FF-D112-65E5-039A-10C3A2EEABFF}"/>
          </ac:picMkLst>
        </pc:picChg>
        <pc:cxnChg chg="add del">
          <ac:chgData name="Michele Dowdy Mason" userId="4554f33240a8a24e" providerId="LiveId" clId="{9CCC909E-D179-482D-B08C-FD362CBF8290}" dt="2026-06-28T23:12:39.671" v="3038" actId="26606"/>
          <ac:cxnSpMkLst>
            <pc:docMk/>
            <pc:sldMk cId="3879524019" sldId="297"/>
            <ac:cxnSpMk id="23" creationId="{F06B54F2-CD11-4359-A7D6-DA7C76C091A6}"/>
          </ac:cxnSpMkLst>
        </pc:cxnChg>
      </pc:sldChg>
      <pc:sldMasterChg chg="modSldLayout">
        <pc:chgData name="Michele Dowdy Mason" userId="4554f33240a8a24e" providerId="LiveId" clId="{9CCC909E-D179-482D-B08C-FD362CBF8290}" dt="2026-06-28T23:16:14.386" v="3043"/>
        <pc:sldMasterMkLst>
          <pc:docMk/>
          <pc:sldMasterMk cId="1743800758" sldId="2147483717"/>
        </pc:sldMasterMkLst>
        <pc:sldLayoutChg chg="addSp">
          <pc:chgData name="Michele Dowdy Mason" userId="4554f33240a8a24e" providerId="LiveId" clId="{9CCC909E-D179-482D-B08C-FD362CBF8290}" dt="2026-06-28T23:16:14.386" v="3043"/>
          <pc:sldLayoutMkLst>
            <pc:docMk/>
            <pc:sldMasterMk cId="1743800758" sldId="2147483717"/>
            <pc:sldLayoutMk cId="2563639143" sldId="2147483719"/>
          </pc:sldLayoutMkLst>
          <pc:spChg chg="add">
            <ac:chgData name="Michele Dowdy Mason" userId="4554f33240a8a24e" providerId="LiveId" clId="{9CCC909E-D179-482D-B08C-FD362CBF8290}" dt="2026-06-28T23:16:14.386" v="3043"/>
            <ac:spMkLst>
              <pc:docMk/>
              <pc:sldMasterMk cId="1743800758" sldId="2147483717"/>
              <pc:sldLayoutMk cId="2563639143" sldId="2147483719"/>
              <ac:spMk id="7" creationId="{07F187FA-1963-E084-53FD-208200B5D983}"/>
            </ac:spMkLst>
          </pc:spChg>
          <pc:spChg chg="add">
            <ac:chgData name="Michele Dowdy Mason" userId="4554f33240a8a24e" providerId="LiveId" clId="{9CCC909E-D179-482D-B08C-FD362CBF8290}" dt="2026-06-28T23:16:14.386" v="3043"/>
            <ac:spMkLst>
              <pc:docMk/>
              <pc:sldMasterMk cId="1743800758" sldId="2147483717"/>
              <pc:sldLayoutMk cId="2563639143" sldId="2147483719"/>
              <ac:spMk id="8" creationId="{C57821E5-66C6-D3CF-A186-64FFC5BEB9E3}"/>
            </ac:spMkLst>
          </pc:spChg>
          <pc:spChg chg="add">
            <ac:chgData name="Michele Dowdy Mason" userId="4554f33240a8a24e" providerId="LiveId" clId="{9CCC909E-D179-482D-B08C-FD362CBF8290}" dt="2026-06-28T23:16:14.386" v="3043"/>
            <ac:spMkLst>
              <pc:docMk/>
              <pc:sldMasterMk cId="1743800758" sldId="2147483717"/>
              <pc:sldLayoutMk cId="2563639143" sldId="2147483719"/>
              <ac:spMk id="9" creationId="{2DB3564A-9BCF-62A0-0BC6-617AA42D04A9}"/>
            </ac:spMkLst>
          </pc:spChg>
          <pc:spChg chg="add">
            <ac:chgData name="Michele Dowdy Mason" userId="4554f33240a8a24e" providerId="LiveId" clId="{9CCC909E-D179-482D-B08C-FD362CBF8290}" dt="2026-06-28T23:16:14.386" v="3043"/>
            <ac:spMkLst>
              <pc:docMk/>
              <pc:sldMasterMk cId="1743800758" sldId="2147483717"/>
              <pc:sldLayoutMk cId="2563639143" sldId="2147483719"/>
              <ac:spMk id="10" creationId="{C6C2F247-2334-A230-9DEB-B48870955880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6:29.478" v="3044"/>
        <pc:sldMasterMkLst>
          <pc:docMk/>
          <pc:sldMasterMk cId="1843998802" sldId="2147483731"/>
        </pc:sldMasterMkLst>
        <pc:sldLayoutChg chg="addSp">
          <pc:chgData name="Michele Dowdy Mason" userId="4554f33240a8a24e" providerId="LiveId" clId="{9CCC909E-D179-482D-B08C-FD362CBF8290}" dt="2026-06-28T23:16:29.478" v="3044"/>
          <pc:sldLayoutMkLst>
            <pc:docMk/>
            <pc:sldMasterMk cId="1843998802" sldId="2147483731"/>
            <pc:sldLayoutMk cId="952172060" sldId="2147483733"/>
          </pc:sldLayoutMkLst>
          <pc:spChg chg="add">
            <ac:chgData name="Michele Dowdy Mason" userId="4554f33240a8a24e" providerId="LiveId" clId="{9CCC909E-D179-482D-B08C-FD362CBF8290}" dt="2026-06-28T23:16:29.478" v="3044"/>
            <ac:spMkLst>
              <pc:docMk/>
              <pc:sldMasterMk cId="1843998802" sldId="2147483731"/>
              <pc:sldLayoutMk cId="952172060" sldId="2147483733"/>
              <ac:spMk id="7" creationId="{9FC47877-8257-9802-13C8-29702CEBEB1F}"/>
            </ac:spMkLst>
          </pc:spChg>
          <pc:spChg chg="add">
            <ac:chgData name="Michele Dowdy Mason" userId="4554f33240a8a24e" providerId="LiveId" clId="{9CCC909E-D179-482D-B08C-FD362CBF8290}" dt="2026-06-28T23:16:29.478" v="3044"/>
            <ac:spMkLst>
              <pc:docMk/>
              <pc:sldMasterMk cId="1843998802" sldId="2147483731"/>
              <pc:sldLayoutMk cId="952172060" sldId="2147483733"/>
              <ac:spMk id="8" creationId="{AB3B55A7-A882-9CBB-67E8-81FE5880D9E2}"/>
            </ac:spMkLst>
          </pc:spChg>
          <pc:spChg chg="add">
            <ac:chgData name="Michele Dowdy Mason" userId="4554f33240a8a24e" providerId="LiveId" clId="{9CCC909E-D179-482D-B08C-FD362CBF8290}" dt="2026-06-28T23:16:29.478" v="3044"/>
            <ac:spMkLst>
              <pc:docMk/>
              <pc:sldMasterMk cId="1843998802" sldId="2147483731"/>
              <pc:sldLayoutMk cId="952172060" sldId="2147483733"/>
              <ac:spMk id="9" creationId="{D2569750-ED48-932F-2A5F-8533FD027C7A}"/>
            </ac:spMkLst>
          </pc:spChg>
          <pc:spChg chg="add">
            <ac:chgData name="Michele Dowdy Mason" userId="4554f33240a8a24e" providerId="LiveId" clId="{9CCC909E-D179-482D-B08C-FD362CBF8290}" dt="2026-06-28T23:16:29.478" v="3044"/>
            <ac:spMkLst>
              <pc:docMk/>
              <pc:sldMasterMk cId="1843998802" sldId="2147483731"/>
              <pc:sldLayoutMk cId="952172060" sldId="2147483733"/>
              <ac:spMk id="10" creationId="{BC6E01B8-965A-078B-5086-89485476CE41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6:33.586" v="3045"/>
        <pc:sldMasterMkLst>
          <pc:docMk/>
          <pc:sldMasterMk cId="2305491430" sldId="2147483745"/>
        </pc:sldMasterMkLst>
        <pc:sldLayoutChg chg="addSp">
          <pc:chgData name="Michele Dowdy Mason" userId="4554f33240a8a24e" providerId="LiveId" clId="{9CCC909E-D179-482D-B08C-FD362CBF8290}" dt="2026-06-28T23:16:33.586" v="3045"/>
          <pc:sldLayoutMkLst>
            <pc:docMk/>
            <pc:sldMasterMk cId="2305491430" sldId="2147483745"/>
            <pc:sldLayoutMk cId="2115918871" sldId="2147483747"/>
          </pc:sldLayoutMkLst>
          <pc:spChg chg="add">
            <ac:chgData name="Michele Dowdy Mason" userId="4554f33240a8a24e" providerId="LiveId" clId="{9CCC909E-D179-482D-B08C-FD362CBF8290}" dt="2026-06-28T23:16:33.586" v="3045"/>
            <ac:spMkLst>
              <pc:docMk/>
              <pc:sldMasterMk cId="2305491430" sldId="2147483745"/>
              <pc:sldLayoutMk cId="2115918871" sldId="2147483747"/>
              <ac:spMk id="7" creationId="{A7A50DF8-3618-1239-61F2-F4279A4556BB}"/>
            </ac:spMkLst>
          </pc:spChg>
          <pc:spChg chg="add">
            <ac:chgData name="Michele Dowdy Mason" userId="4554f33240a8a24e" providerId="LiveId" clId="{9CCC909E-D179-482D-B08C-FD362CBF8290}" dt="2026-06-28T23:16:33.586" v="3045"/>
            <ac:spMkLst>
              <pc:docMk/>
              <pc:sldMasterMk cId="2305491430" sldId="2147483745"/>
              <pc:sldLayoutMk cId="2115918871" sldId="2147483747"/>
              <ac:spMk id="8" creationId="{37701FC3-9945-29CF-F973-168B6800A41B}"/>
            </ac:spMkLst>
          </pc:spChg>
          <pc:spChg chg="add">
            <ac:chgData name="Michele Dowdy Mason" userId="4554f33240a8a24e" providerId="LiveId" clId="{9CCC909E-D179-482D-B08C-FD362CBF8290}" dt="2026-06-28T23:16:33.586" v="3045"/>
            <ac:spMkLst>
              <pc:docMk/>
              <pc:sldMasterMk cId="2305491430" sldId="2147483745"/>
              <pc:sldLayoutMk cId="2115918871" sldId="2147483747"/>
              <ac:spMk id="9" creationId="{D375742A-4578-EA67-66CB-A8B39E0B16C1}"/>
            </ac:spMkLst>
          </pc:spChg>
          <pc:spChg chg="add">
            <ac:chgData name="Michele Dowdy Mason" userId="4554f33240a8a24e" providerId="LiveId" clId="{9CCC909E-D179-482D-B08C-FD362CBF8290}" dt="2026-06-28T23:16:33.586" v="3045"/>
            <ac:spMkLst>
              <pc:docMk/>
              <pc:sldMasterMk cId="2305491430" sldId="2147483745"/>
              <pc:sldLayoutMk cId="2115918871" sldId="2147483747"/>
              <ac:spMk id="10" creationId="{02E32DF1-2B74-3CD6-058E-533ACB72DAF7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6:50.789" v="3047"/>
        <pc:sldMasterMkLst>
          <pc:docMk/>
          <pc:sldMasterMk cId="3615327305" sldId="2147483759"/>
        </pc:sldMasterMkLst>
        <pc:sldLayoutChg chg="addSp">
          <pc:chgData name="Michele Dowdy Mason" userId="4554f33240a8a24e" providerId="LiveId" clId="{9CCC909E-D179-482D-B08C-FD362CBF8290}" dt="2026-06-28T23:16:50.789" v="3047"/>
          <pc:sldLayoutMkLst>
            <pc:docMk/>
            <pc:sldMasterMk cId="3615327305" sldId="2147483759"/>
            <pc:sldLayoutMk cId="1933166962" sldId="2147483761"/>
          </pc:sldLayoutMkLst>
          <pc:spChg chg="add">
            <ac:chgData name="Michele Dowdy Mason" userId="4554f33240a8a24e" providerId="LiveId" clId="{9CCC909E-D179-482D-B08C-FD362CBF8290}" dt="2026-06-28T23:16:50.789" v="3047"/>
            <ac:spMkLst>
              <pc:docMk/>
              <pc:sldMasterMk cId="3615327305" sldId="2147483759"/>
              <pc:sldLayoutMk cId="1933166962" sldId="2147483761"/>
              <ac:spMk id="7" creationId="{11E7DA90-33AB-ADD9-D3BA-62C8D2A0B253}"/>
            </ac:spMkLst>
          </pc:spChg>
          <pc:spChg chg="add">
            <ac:chgData name="Michele Dowdy Mason" userId="4554f33240a8a24e" providerId="LiveId" clId="{9CCC909E-D179-482D-B08C-FD362CBF8290}" dt="2026-06-28T23:16:50.789" v="3047"/>
            <ac:spMkLst>
              <pc:docMk/>
              <pc:sldMasterMk cId="3615327305" sldId="2147483759"/>
              <pc:sldLayoutMk cId="1933166962" sldId="2147483761"/>
              <ac:spMk id="8" creationId="{5BBB6D5A-2976-0B20-6712-FB8A80078453}"/>
            </ac:spMkLst>
          </pc:spChg>
          <pc:spChg chg="add">
            <ac:chgData name="Michele Dowdy Mason" userId="4554f33240a8a24e" providerId="LiveId" clId="{9CCC909E-D179-482D-B08C-FD362CBF8290}" dt="2026-06-28T23:16:50.789" v="3047"/>
            <ac:spMkLst>
              <pc:docMk/>
              <pc:sldMasterMk cId="3615327305" sldId="2147483759"/>
              <pc:sldLayoutMk cId="1933166962" sldId="2147483761"/>
              <ac:spMk id="9" creationId="{247878A0-6413-C45B-AAE7-C927861D41AF}"/>
            </ac:spMkLst>
          </pc:spChg>
          <pc:spChg chg="add">
            <ac:chgData name="Michele Dowdy Mason" userId="4554f33240a8a24e" providerId="LiveId" clId="{9CCC909E-D179-482D-B08C-FD362CBF8290}" dt="2026-06-28T23:16:50.789" v="3047"/>
            <ac:spMkLst>
              <pc:docMk/>
              <pc:sldMasterMk cId="3615327305" sldId="2147483759"/>
              <pc:sldLayoutMk cId="1933166962" sldId="2147483761"/>
              <ac:spMk id="10" creationId="{5EB05CBA-BC2D-B40C-6A80-88064A7E5847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6:53.170" v="3048"/>
        <pc:sldMasterMkLst>
          <pc:docMk/>
          <pc:sldMasterMk cId="1941760979" sldId="2147483773"/>
        </pc:sldMasterMkLst>
        <pc:sldLayoutChg chg="addSp">
          <pc:chgData name="Michele Dowdy Mason" userId="4554f33240a8a24e" providerId="LiveId" clId="{9CCC909E-D179-482D-B08C-FD362CBF8290}" dt="2026-06-28T23:16:53.170" v="3048"/>
          <pc:sldLayoutMkLst>
            <pc:docMk/>
            <pc:sldMasterMk cId="1941760979" sldId="2147483773"/>
            <pc:sldLayoutMk cId="4038438422" sldId="2147483775"/>
          </pc:sldLayoutMkLst>
          <pc:spChg chg="add">
            <ac:chgData name="Michele Dowdy Mason" userId="4554f33240a8a24e" providerId="LiveId" clId="{9CCC909E-D179-482D-B08C-FD362CBF8290}" dt="2026-06-28T23:16:53.170" v="3048"/>
            <ac:spMkLst>
              <pc:docMk/>
              <pc:sldMasterMk cId="1941760979" sldId="2147483773"/>
              <pc:sldLayoutMk cId="4038438422" sldId="2147483775"/>
              <ac:spMk id="7" creationId="{236DDBE8-BAC1-9248-9DDE-4347675C77E4}"/>
            </ac:spMkLst>
          </pc:spChg>
          <pc:spChg chg="add">
            <ac:chgData name="Michele Dowdy Mason" userId="4554f33240a8a24e" providerId="LiveId" clId="{9CCC909E-D179-482D-B08C-FD362CBF8290}" dt="2026-06-28T23:16:53.170" v="3048"/>
            <ac:spMkLst>
              <pc:docMk/>
              <pc:sldMasterMk cId="1941760979" sldId="2147483773"/>
              <pc:sldLayoutMk cId="4038438422" sldId="2147483775"/>
              <ac:spMk id="8" creationId="{22CA4408-4A65-BC09-1943-170DADCCC3F7}"/>
            </ac:spMkLst>
          </pc:spChg>
          <pc:spChg chg="add">
            <ac:chgData name="Michele Dowdy Mason" userId="4554f33240a8a24e" providerId="LiveId" clId="{9CCC909E-D179-482D-B08C-FD362CBF8290}" dt="2026-06-28T23:16:53.170" v="3048"/>
            <ac:spMkLst>
              <pc:docMk/>
              <pc:sldMasterMk cId="1941760979" sldId="2147483773"/>
              <pc:sldLayoutMk cId="4038438422" sldId="2147483775"/>
              <ac:spMk id="9" creationId="{668CF0F3-61E2-22C0-B7F0-80C2F6D053D2}"/>
            </ac:spMkLst>
          </pc:spChg>
          <pc:spChg chg="add">
            <ac:chgData name="Michele Dowdy Mason" userId="4554f33240a8a24e" providerId="LiveId" clId="{9CCC909E-D179-482D-B08C-FD362CBF8290}" dt="2026-06-28T23:16:53.170" v="3048"/>
            <ac:spMkLst>
              <pc:docMk/>
              <pc:sldMasterMk cId="1941760979" sldId="2147483773"/>
              <pc:sldLayoutMk cId="4038438422" sldId="2147483775"/>
              <ac:spMk id="10" creationId="{120C4E52-5562-A883-5353-15D0ABCB2414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7:00.053" v="3049"/>
        <pc:sldMasterMkLst>
          <pc:docMk/>
          <pc:sldMasterMk cId="2238143745" sldId="2147483787"/>
        </pc:sldMasterMkLst>
        <pc:sldLayoutChg chg="addSp">
          <pc:chgData name="Michele Dowdy Mason" userId="4554f33240a8a24e" providerId="LiveId" clId="{9CCC909E-D179-482D-B08C-FD362CBF8290}" dt="2026-06-28T23:17:00.053" v="3049"/>
          <pc:sldLayoutMkLst>
            <pc:docMk/>
            <pc:sldMasterMk cId="2238143745" sldId="2147483787"/>
            <pc:sldLayoutMk cId="1805066793" sldId="2147483789"/>
          </pc:sldLayoutMkLst>
          <pc:spChg chg="add">
            <ac:chgData name="Michele Dowdy Mason" userId="4554f33240a8a24e" providerId="LiveId" clId="{9CCC909E-D179-482D-B08C-FD362CBF8290}" dt="2026-06-28T23:17:00.053" v="3049"/>
            <ac:spMkLst>
              <pc:docMk/>
              <pc:sldMasterMk cId="2238143745" sldId="2147483787"/>
              <pc:sldLayoutMk cId="1805066793" sldId="2147483789"/>
              <ac:spMk id="7" creationId="{298D6740-5910-DA6C-9243-0669A9E61833}"/>
            </ac:spMkLst>
          </pc:spChg>
          <pc:spChg chg="add">
            <ac:chgData name="Michele Dowdy Mason" userId="4554f33240a8a24e" providerId="LiveId" clId="{9CCC909E-D179-482D-B08C-FD362CBF8290}" dt="2026-06-28T23:17:00.053" v="3049"/>
            <ac:spMkLst>
              <pc:docMk/>
              <pc:sldMasterMk cId="2238143745" sldId="2147483787"/>
              <pc:sldLayoutMk cId="1805066793" sldId="2147483789"/>
              <ac:spMk id="8" creationId="{AEF16EB8-A765-82D5-9712-4F5422286FCB}"/>
            </ac:spMkLst>
          </pc:spChg>
          <pc:spChg chg="add">
            <ac:chgData name="Michele Dowdy Mason" userId="4554f33240a8a24e" providerId="LiveId" clId="{9CCC909E-D179-482D-B08C-FD362CBF8290}" dt="2026-06-28T23:17:00.053" v="3049"/>
            <ac:spMkLst>
              <pc:docMk/>
              <pc:sldMasterMk cId="2238143745" sldId="2147483787"/>
              <pc:sldLayoutMk cId="1805066793" sldId="2147483789"/>
              <ac:spMk id="9" creationId="{2A7D6912-3447-04BB-68BC-05F9AE6FED58}"/>
            </ac:spMkLst>
          </pc:spChg>
          <pc:spChg chg="add">
            <ac:chgData name="Michele Dowdy Mason" userId="4554f33240a8a24e" providerId="LiveId" clId="{9CCC909E-D179-482D-B08C-FD362CBF8290}" dt="2026-06-28T23:17:00.053" v="3049"/>
            <ac:spMkLst>
              <pc:docMk/>
              <pc:sldMasterMk cId="2238143745" sldId="2147483787"/>
              <pc:sldLayoutMk cId="1805066793" sldId="2147483789"/>
              <ac:spMk id="10" creationId="{3D561624-FCB7-A11E-943C-6EEA3A208E57}"/>
            </ac:spMkLst>
          </pc:spChg>
        </pc:sldLayoutChg>
      </pc:sldMasterChg>
      <pc:sldMasterChg chg="modSldLayout">
        <pc:chgData name="Michele Dowdy Mason" userId="4554f33240a8a24e" providerId="LiveId" clId="{9CCC909E-D179-482D-B08C-FD362CBF8290}" dt="2026-06-28T23:17:07.766" v="3050"/>
        <pc:sldMasterMkLst>
          <pc:docMk/>
          <pc:sldMasterMk cId="2970582603" sldId="2147483801"/>
        </pc:sldMasterMkLst>
        <pc:sldLayoutChg chg="addSp">
          <pc:chgData name="Michele Dowdy Mason" userId="4554f33240a8a24e" providerId="LiveId" clId="{9CCC909E-D179-482D-B08C-FD362CBF8290}" dt="2026-06-28T23:17:07.766" v="3050"/>
          <pc:sldLayoutMkLst>
            <pc:docMk/>
            <pc:sldMasterMk cId="2970582603" sldId="2147483801"/>
            <pc:sldLayoutMk cId="3762176299" sldId="2147483803"/>
          </pc:sldLayoutMkLst>
          <pc:spChg chg="add">
            <ac:chgData name="Michele Dowdy Mason" userId="4554f33240a8a24e" providerId="LiveId" clId="{9CCC909E-D179-482D-B08C-FD362CBF8290}" dt="2026-06-28T23:17:07.766" v="3050"/>
            <ac:spMkLst>
              <pc:docMk/>
              <pc:sldMasterMk cId="2970582603" sldId="2147483801"/>
              <pc:sldLayoutMk cId="3762176299" sldId="2147483803"/>
              <ac:spMk id="7" creationId="{5A84109B-833D-B34A-97EA-0853A8C0F0FA}"/>
            </ac:spMkLst>
          </pc:spChg>
          <pc:spChg chg="add">
            <ac:chgData name="Michele Dowdy Mason" userId="4554f33240a8a24e" providerId="LiveId" clId="{9CCC909E-D179-482D-B08C-FD362CBF8290}" dt="2026-06-28T23:17:07.766" v="3050"/>
            <ac:spMkLst>
              <pc:docMk/>
              <pc:sldMasterMk cId="2970582603" sldId="2147483801"/>
              <pc:sldLayoutMk cId="3762176299" sldId="2147483803"/>
              <ac:spMk id="8" creationId="{A52F5199-58B2-6773-D7BB-7721040E422F}"/>
            </ac:spMkLst>
          </pc:spChg>
          <pc:spChg chg="add">
            <ac:chgData name="Michele Dowdy Mason" userId="4554f33240a8a24e" providerId="LiveId" clId="{9CCC909E-D179-482D-B08C-FD362CBF8290}" dt="2026-06-28T23:17:07.766" v="3050"/>
            <ac:spMkLst>
              <pc:docMk/>
              <pc:sldMasterMk cId="2970582603" sldId="2147483801"/>
              <pc:sldLayoutMk cId="3762176299" sldId="2147483803"/>
              <ac:spMk id="9" creationId="{5982CD8F-9CD3-55E1-4684-6660EE20ABE7}"/>
            </ac:spMkLst>
          </pc:spChg>
          <pc:spChg chg="add">
            <ac:chgData name="Michele Dowdy Mason" userId="4554f33240a8a24e" providerId="LiveId" clId="{9CCC909E-D179-482D-B08C-FD362CBF8290}" dt="2026-06-28T23:17:07.766" v="3050"/>
            <ac:spMkLst>
              <pc:docMk/>
              <pc:sldMasterMk cId="2970582603" sldId="2147483801"/>
              <pc:sldLayoutMk cId="3762176299" sldId="2147483803"/>
              <ac:spMk id="10" creationId="{A6438201-BD5A-CB1E-8B50-7D69C28E2A59}"/>
            </ac:spMkLst>
          </pc:spChg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489367-49FB-47A0-BC91-868C6B843A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C5D539-8668-438E-9CED-C0130B93803A}">
      <dgm:prSet/>
      <dgm:spPr/>
      <dgm:t>
        <a:bodyPr/>
        <a:lstStyle/>
        <a:p>
          <a:r>
            <a:rPr lang="en-US" dirty="0"/>
            <a:t>Purpose: Predict the product failure of Super Soaker from given data</a:t>
          </a:r>
        </a:p>
      </dgm:t>
    </dgm:pt>
    <dgm:pt modelId="{32CA1F3A-8BF8-497B-BD01-017CA603FE3D}" type="parTrans" cxnId="{7B467368-0AC8-4CD1-86E7-2B82BC8EB801}">
      <dgm:prSet/>
      <dgm:spPr/>
      <dgm:t>
        <a:bodyPr/>
        <a:lstStyle/>
        <a:p>
          <a:endParaRPr lang="en-US"/>
        </a:p>
      </dgm:t>
    </dgm:pt>
    <dgm:pt modelId="{2B009F50-E773-4C28-AAAE-8E605F1B02A1}" type="sibTrans" cxnId="{7B467368-0AC8-4CD1-86E7-2B82BC8EB801}">
      <dgm:prSet/>
      <dgm:spPr/>
      <dgm:t>
        <a:bodyPr/>
        <a:lstStyle/>
        <a:p>
          <a:endParaRPr lang="en-US"/>
        </a:p>
      </dgm:t>
    </dgm:pt>
    <dgm:pt modelId="{29398419-F3BD-450E-9F17-7321A851E3EE}">
      <dgm:prSet/>
      <dgm:spPr/>
      <dgm:t>
        <a:bodyPr/>
        <a:lstStyle/>
        <a:p>
          <a:r>
            <a:rPr lang="en-US" dirty="0"/>
            <a:t>Prediction models executed include:</a:t>
          </a:r>
        </a:p>
      </dgm:t>
    </dgm:pt>
    <dgm:pt modelId="{670A1599-1D95-465E-9233-83CF12EF1E83}" type="parTrans" cxnId="{A43ED6E8-5A22-4FAE-AF36-D51A1B495A83}">
      <dgm:prSet/>
      <dgm:spPr/>
      <dgm:t>
        <a:bodyPr/>
        <a:lstStyle/>
        <a:p>
          <a:endParaRPr lang="en-US"/>
        </a:p>
      </dgm:t>
    </dgm:pt>
    <dgm:pt modelId="{8BDBAE5A-0AB9-4319-B20C-39BE6E3E9293}" type="sibTrans" cxnId="{A43ED6E8-5A22-4FAE-AF36-D51A1B495A83}">
      <dgm:prSet/>
      <dgm:spPr/>
      <dgm:t>
        <a:bodyPr/>
        <a:lstStyle/>
        <a:p>
          <a:endParaRPr lang="en-US"/>
        </a:p>
      </dgm:t>
    </dgm:pt>
    <dgm:pt modelId="{DE815ADB-47EF-4F50-B223-FBF9C87CB8E7}">
      <dgm:prSet/>
      <dgm:spPr/>
      <dgm:t>
        <a:bodyPr/>
        <a:lstStyle/>
        <a:p>
          <a:pPr>
            <a:buNone/>
          </a:pPr>
          <a:r>
            <a:rPr lang="en-US" dirty="0"/>
            <a:t>		Logistic regression		</a:t>
          </a:r>
          <a:r>
            <a:rPr lang="en-US" dirty="0" err="1"/>
            <a:t>XGBoost</a:t>
          </a:r>
          <a:endParaRPr lang="en-US" dirty="0"/>
        </a:p>
      </dgm:t>
    </dgm:pt>
    <dgm:pt modelId="{512F7DDD-C7CC-45E5-9B62-8BDB2AE96383}" type="parTrans" cxnId="{CC9DE89C-286B-42AB-9B79-C19CC5DB4185}">
      <dgm:prSet/>
      <dgm:spPr/>
      <dgm:t>
        <a:bodyPr/>
        <a:lstStyle/>
        <a:p>
          <a:endParaRPr lang="en-US"/>
        </a:p>
      </dgm:t>
    </dgm:pt>
    <dgm:pt modelId="{A2D23798-1249-4BC8-AD7F-F99E3F8859CC}" type="sibTrans" cxnId="{CC9DE89C-286B-42AB-9B79-C19CC5DB4185}">
      <dgm:prSet/>
      <dgm:spPr/>
      <dgm:t>
        <a:bodyPr/>
        <a:lstStyle/>
        <a:p>
          <a:endParaRPr lang="en-US"/>
        </a:p>
      </dgm:t>
    </dgm:pt>
    <dgm:pt modelId="{1373689F-0833-4D6B-873C-20DE379FE6E9}">
      <dgm:prSet/>
      <dgm:spPr/>
      <dgm:t>
        <a:bodyPr/>
        <a:lstStyle/>
        <a:p>
          <a:pPr>
            <a:buNone/>
          </a:pPr>
          <a:r>
            <a:rPr lang="en-US" dirty="0"/>
            <a:t>		Classification tree		Neural Network</a:t>
          </a:r>
        </a:p>
      </dgm:t>
    </dgm:pt>
    <dgm:pt modelId="{03514FB3-6D0A-4CC4-A814-40FB3C5A88A3}" type="parTrans" cxnId="{D8D12ACA-CE48-419F-B775-50E4EB4F27E2}">
      <dgm:prSet/>
      <dgm:spPr/>
      <dgm:t>
        <a:bodyPr/>
        <a:lstStyle/>
        <a:p>
          <a:endParaRPr lang="en-US"/>
        </a:p>
      </dgm:t>
    </dgm:pt>
    <dgm:pt modelId="{E6279E73-B1C0-4FC3-AD82-2D0679ADA4BE}" type="sibTrans" cxnId="{D8D12ACA-CE48-419F-B775-50E4EB4F27E2}">
      <dgm:prSet/>
      <dgm:spPr/>
      <dgm:t>
        <a:bodyPr/>
        <a:lstStyle/>
        <a:p>
          <a:endParaRPr lang="en-US"/>
        </a:p>
      </dgm:t>
    </dgm:pt>
    <dgm:pt modelId="{563C9C65-BE67-4307-BD72-B14F9CD926B1}">
      <dgm:prSet/>
      <dgm:spPr/>
      <dgm:t>
        <a:bodyPr/>
        <a:lstStyle/>
        <a:p>
          <a:pPr>
            <a:buNone/>
          </a:pPr>
          <a:r>
            <a:rPr lang="en-US" dirty="0"/>
            <a:t>		Random forest			</a:t>
          </a:r>
        </a:p>
      </dgm:t>
    </dgm:pt>
    <dgm:pt modelId="{CCD754EC-D128-4D25-A2BF-3CDF132DD2AC}" type="parTrans" cxnId="{D98C0710-326F-4063-9DF0-1A0A690136B7}">
      <dgm:prSet/>
      <dgm:spPr/>
      <dgm:t>
        <a:bodyPr/>
        <a:lstStyle/>
        <a:p>
          <a:endParaRPr lang="en-US"/>
        </a:p>
      </dgm:t>
    </dgm:pt>
    <dgm:pt modelId="{62510B11-7FA9-4683-80A5-4620A17418FA}" type="sibTrans" cxnId="{D98C0710-326F-4063-9DF0-1A0A690136B7}">
      <dgm:prSet/>
      <dgm:spPr/>
      <dgm:t>
        <a:bodyPr/>
        <a:lstStyle/>
        <a:p>
          <a:endParaRPr lang="en-US"/>
        </a:p>
      </dgm:t>
    </dgm:pt>
    <dgm:pt modelId="{721526E8-0B5D-4A7B-8F30-EDD765F81EC5}">
      <dgm:prSet/>
      <dgm:spPr/>
      <dgm:t>
        <a:bodyPr/>
        <a:lstStyle/>
        <a:p>
          <a:pPr>
            <a:buNone/>
          </a:pPr>
          <a:r>
            <a:rPr lang="en-US" dirty="0"/>
            <a:t>		loading &gt; measurement_17 &gt; measurement_8 &gt; measurement_2</a:t>
          </a:r>
        </a:p>
      </dgm:t>
    </dgm:pt>
    <dgm:pt modelId="{73CC2599-EEA5-40BB-8320-DEA24F358A1E}" type="sibTrans" cxnId="{64F29754-0536-4B14-B84D-2D057A8F7C8C}">
      <dgm:prSet/>
      <dgm:spPr/>
      <dgm:t>
        <a:bodyPr/>
        <a:lstStyle/>
        <a:p>
          <a:endParaRPr lang="en-US"/>
        </a:p>
      </dgm:t>
    </dgm:pt>
    <dgm:pt modelId="{18B5D555-EC1B-4B53-A1F4-F0268E52A411}" type="parTrans" cxnId="{64F29754-0536-4B14-B84D-2D057A8F7C8C}">
      <dgm:prSet/>
      <dgm:spPr/>
      <dgm:t>
        <a:bodyPr/>
        <a:lstStyle/>
        <a:p>
          <a:endParaRPr lang="en-US"/>
        </a:p>
      </dgm:t>
    </dgm:pt>
    <dgm:pt modelId="{F6FEA0A7-2F1F-41D9-9950-E296D624C491}">
      <dgm:prSet/>
      <dgm:spPr/>
      <dgm:t>
        <a:bodyPr/>
        <a:lstStyle/>
        <a:p>
          <a:r>
            <a:rPr lang="en-US" dirty="0"/>
            <a:t>Most influential predictor variables:</a:t>
          </a:r>
        </a:p>
      </dgm:t>
    </dgm:pt>
    <dgm:pt modelId="{DF920F6E-4241-4729-AAB4-3EABE35851F7}" type="sibTrans" cxnId="{3BAE5F34-239E-4AB8-9EE8-8100E6F873B2}">
      <dgm:prSet/>
      <dgm:spPr/>
      <dgm:t>
        <a:bodyPr/>
        <a:lstStyle/>
        <a:p>
          <a:endParaRPr lang="en-US"/>
        </a:p>
      </dgm:t>
    </dgm:pt>
    <dgm:pt modelId="{F7A98FA1-3DAA-498A-8C6D-58C1B38F672E}" type="parTrans" cxnId="{3BAE5F34-239E-4AB8-9EE8-8100E6F873B2}">
      <dgm:prSet/>
      <dgm:spPr/>
      <dgm:t>
        <a:bodyPr/>
        <a:lstStyle/>
        <a:p>
          <a:endParaRPr lang="en-US"/>
        </a:p>
      </dgm:t>
    </dgm:pt>
    <dgm:pt modelId="{89E0F86C-0927-4270-96E8-9478E6ED93CB}" type="pres">
      <dgm:prSet presAssocID="{77489367-49FB-47A0-BC91-868C6B843AB1}" presName="linear" presStyleCnt="0">
        <dgm:presLayoutVars>
          <dgm:animLvl val="lvl"/>
          <dgm:resizeHandles val="exact"/>
        </dgm:presLayoutVars>
      </dgm:prSet>
      <dgm:spPr/>
    </dgm:pt>
    <dgm:pt modelId="{CDE9B73E-7667-4966-B9C1-4DF512D117A3}" type="pres">
      <dgm:prSet presAssocID="{E9C5D539-8668-438E-9CED-C0130B93803A}" presName="parentText" presStyleLbl="node1" presStyleIdx="0" presStyleCnt="3" custLinFactY="-100000" custLinFactNeighborX="-213" custLinFactNeighborY="-161005">
        <dgm:presLayoutVars>
          <dgm:chMax val="0"/>
          <dgm:bulletEnabled val="1"/>
        </dgm:presLayoutVars>
      </dgm:prSet>
      <dgm:spPr/>
    </dgm:pt>
    <dgm:pt modelId="{D5EC6AC6-6EC1-4D9B-9AFB-AC74455621E9}" type="pres">
      <dgm:prSet presAssocID="{2B009F50-E773-4C28-AAAE-8E605F1B02A1}" presName="spacer" presStyleCnt="0"/>
      <dgm:spPr/>
    </dgm:pt>
    <dgm:pt modelId="{F26F36BB-17CA-4EE4-9494-64A2143F1297}" type="pres">
      <dgm:prSet presAssocID="{F6FEA0A7-2F1F-41D9-9950-E296D624C49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3D578F-C86E-4B78-94FB-7B880D30B808}" type="pres">
      <dgm:prSet presAssocID="{F6FEA0A7-2F1F-41D9-9950-E296D624C491}" presName="childText" presStyleLbl="revTx" presStyleIdx="0" presStyleCnt="2">
        <dgm:presLayoutVars>
          <dgm:bulletEnabled val="1"/>
        </dgm:presLayoutVars>
      </dgm:prSet>
      <dgm:spPr/>
    </dgm:pt>
    <dgm:pt modelId="{56A2041C-96DA-4D07-9819-D0381A69D6C9}" type="pres">
      <dgm:prSet presAssocID="{29398419-F3BD-450E-9F17-7321A851E3E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7D9A673-4924-42AA-AE29-73A723D0A4BA}" type="pres">
      <dgm:prSet presAssocID="{29398419-F3BD-450E-9F17-7321A851E3E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370B70A-116A-488C-A964-239FF0729B93}" type="presOf" srcId="{77489367-49FB-47A0-BC91-868C6B843AB1}" destId="{89E0F86C-0927-4270-96E8-9478E6ED93CB}" srcOrd="0" destOrd="0" presId="urn:microsoft.com/office/officeart/2005/8/layout/vList2"/>
    <dgm:cxn modelId="{D98C0710-326F-4063-9DF0-1A0A690136B7}" srcId="{1373689F-0833-4D6B-873C-20DE379FE6E9}" destId="{563C9C65-BE67-4307-BD72-B14F9CD926B1}" srcOrd="0" destOrd="0" parTransId="{CCD754EC-D128-4D25-A2BF-3CDF132DD2AC}" sibTransId="{62510B11-7FA9-4683-80A5-4620A17418FA}"/>
    <dgm:cxn modelId="{2668DC28-4FAE-403B-A023-7980F652B18A}" type="presOf" srcId="{E9C5D539-8668-438E-9CED-C0130B93803A}" destId="{CDE9B73E-7667-4966-B9C1-4DF512D117A3}" srcOrd="0" destOrd="0" presId="urn:microsoft.com/office/officeart/2005/8/layout/vList2"/>
    <dgm:cxn modelId="{CF7DE02A-8B49-4C7B-9D57-EB4CEE2E96CE}" type="presOf" srcId="{721526E8-0B5D-4A7B-8F30-EDD765F81EC5}" destId="{DD3D578F-C86E-4B78-94FB-7B880D30B808}" srcOrd="0" destOrd="0" presId="urn:microsoft.com/office/officeart/2005/8/layout/vList2"/>
    <dgm:cxn modelId="{3BAE5F34-239E-4AB8-9EE8-8100E6F873B2}" srcId="{77489367-49FB-47A0-BC91-868C6B843AB1}" destId="{F6FEA0A7-2F1F-41D9-9950-E296D624C491}" srcOrd="1" destOrd="0" parTransId="{F7A98FA1-3DAA-498A-8C6D-58C1B38F672E}" sibTransId="{DF920F6E-4241-4729-AAB4-3EABE35851F7}"/>
    <dgm:cxn modelId="{0FF4643A-EDFF-46AB-B8A3-39A4CA08FFE8}" type="presOf" srcId="{563C9C65-BE67-4307-BD72-B14F9CD926B1}" destId="{D7D9A673-4924-42AA-AE29-73A723D0A4BA}" srcOrd="0" destOrd="2" presId="urn:microsoft.com/office/officeart/2005/8/layout/vList2"/>
    <dgm:cxn modelId="{4DAA433E-B392-448F-AA9C-F8685E882C5E}" type="presOf" srcId="{F6FEA0A7-2F1F-41D9-9950-E296D624C491}" destId="{F26F36BB-17CA-4EE4-9494-64A2143F1297}" srcOrd="0" destOrd="0" presId="urn:microsoft.com/office/officeart/2005/8/layout/vList2"/>
    <dgm:cxn modelId="{7B467368-0AC8-4CD1-86E7-2B82BC8EB801}" srcId="{77489367-49FB-47A0-BC91-868C6B843AB1}" destId="{E9C5D539-8668-438E-9CED-C0130B93803A}" srcOrd="0" destOrd="0" parTransId="{32CA1F3A-8BF8-497B-BD01-017CA603FE3D}" sibTransId="{2B009F50-E773-4C28-AAAE-8E605F1B02A1}"/>
    <dgm:cxn modelId="{81D15354-9EFE-48A4-9938-D79D5F8A6EB6}" type="presOf" srcId="{29398419-F3BD-450E-9F17-7321A851E3EE}" destId="{56A2041C-96DA-4D07-9819-D0381A69D6C9}" srcOrd="0" destOrd="0" presId="urn:microsoft.com/office/officeart/2005/8/layout/vList2"/>
    <dgm:cxn modelId="{64F29754-0536-4B14-B84D-2D057A8F7C8C}" srcId="{F6FEA0A7-2F1F-41D9-9950-E296D624C491}" destId="{721526E8-0B5D-4A7B-8F30-EDD765F81EC5}" srcOrd="0" destOrd="0" parTransId="{18B5D555-EC1B-4B53-A1F4-F0268E52A411}" sibTransId="{73CC2599-EEA5-40BB-8320-DEA24F358A1E}"/>
    <dgm:cxn modelId="{CE381157-D234-46BF-BF1A-8C68E882AB8D}" type="presOf" srcId="{DE815ADB-47EF-4F50-B223-FBF9C87CB8E7}" destId="{D7D9A673-4924-42AA-AE29-73A723D0A4BA}" srcOrd="0" destOrd="0" presId="urn:microsoft.com/office/officeart/2005/8/layout/vList2"/>
    <dgm:cxn modelId="{CC9DE89C-286B-42AB-9B79-C19CC5DB4185}" srcId="{29398419-F3BD-450E-9F17-7321A851E3EE}" destId="{DE815ADB-47EF-4F50-B223-FBF9C87CB8E7}" srcOrd="0" destOrd="0" parTransId="{512F7DDD-C7CC-45E5-9B62-8BDB2AE96383}" sibTransId="{A2D23798-1249-4BC8-AD7F-F99E3F8859CC}"/>
    <dgm:cxn modelId="{D8D12ACA-CE48-419F-B775-50E4EB4F27E2}" srcId="{DE815ADB-47EF-4F50-B223-FBF9C87CB8E7}" destId="{1373689F-0833-4D6B-873C-20DE379FE6E9}" srcOrd="0" destOrd="0" parTransId="{03514FB3-6D0A-4CC4-A814-40FB3C5A88A3}" sibTransId="{E6279E73-B1C0-4FC3-AD82-2D0679ADA4BE}"/>
    <dgm:cxn modelId="{F66DB6E0-8777-449E-9D25-A59821E92B41}" type="presOf" srcId="{1373689F-0833-4D6B-873C-20DE379FE6E9}" destId="{D7D9A673-4924-42AA-AE29-73A723D0A4BA}" srcOrd="0" destOrd="1" presId="urn:microsoft.com/office/officeart/2005/8/layout/vList2"/>
    <dgm:cxn modelId="{A43ED6E8-5A22-4FAE-AF36-D51A1B495A83}" srcId="{77489367-49FB-47A0-BC91-868C6B843AB1}" destId="{29398419-F3BD-450E-9F17-7321A851E3EE}" srcOrd="2" destOrd="0" parTransId="{670A1599-1D95-465E-9233-83CF12EF1E83}" sibTransId="{8BDBAE5A-0AB9-4319-B20C-39BE6E3E9293}"/>
    <dgm:cxn modelId="{8692FABE-5348-4A2D-97ED-0DEEF01EB92D}" type="presParOf" srcId="{89E0F86C-0927-4270-96E8-9478E6ED93CB}" destId="{CDE9B73E-7667-4966-B9C1-4DF512D117A3}" srcOrd="0" destOrd="0" presId="urn:microsoft.com/office/officeart/2005/8/layout/vList2"/>
    <dgm:cxn modelId="{8E052297-986D-4A08-967E-8B66EC8FA988}" type="presParOf" srcId="{89E0F86C-0927-4270-96E8-9478E6ED93CB}" destId="{D5EC6AC6-6EC1-4D9B-9AFB-AC74455621E9}" srcOrd="1" destOrd="0" presId="urn:microsoft.com/office/officeart/2005/8/layout/vList2"/>
    <dgm:cxn modelId="{371D4A51-3288-40A0-BEC8-9D83F80809FB}" type="presParOf" srcId="{89E0F86C-0927-4270-96E8-9478E6ED93CB}" destId="{F26F36BB-17CA-4EE4-9494-64A2143F1297}" srcOrd="2" destOrd="0" presId="urn:microsoft.com/office/officeart/2005/8/layout/vList2"/>
    <dgm:cxn modelId="{3EA91D96-5512-4743-AA99-5C4A4E612360}" type="presParOf" srcId="{89E0F86C-0927-4270-96E8-9478E6ED93CB}" destId="{DD3D578F-C86E-4B78-94FB-7B880D30B808}" srcOrd="3" destOrd="0" presId="urn:microsoft.com/office/officeart/2005/8/layout/vList2"/>
    <dgm:cxn modelId="{DAEBE3FF-9A2D-455E-AB54-02790A917F06}" type="presParOf" srcId="{89E0F86C-0927-4270-96E8-9478E6ED93CB}" destId="{56A2041C-96DA-4D07-9819-D0381A69D6C9}" srcOrd="4" destOrd="0" presId="urn:microsoft.com/office/officeart/2005/8/layout/vList2"/>
    <dgm:cxn modelId="{1B9F87B5-AF09-4C39-93EF-BAE87B9B449F}" type="presParOf" srcId="{89E0F86C-0927-4270-96E8-9478E6ED93CB}" destId="{D7D9A673-4924-42AA-AE29-73A723D0A4B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9BC3DC-823C-47BA-9F59-89FF16D50E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608219-C600-4498-B151-AA9FFB4848A1}">
      <dgm:prSet/>
      <dgm:spPr/>
      <dgm:t>
        <a:bodyPr/>
        <a:lstStyle/>
        <a:p>
          <a:r>
            <a:rPr lang="en-US"/>
            <a:t>Random Forests were the only models achieving reasonable accuracy, reflecting their strength in capturing nonlinear relationships and interactions among predictors</a:t>
          </a:r>
        </a:p>
      </dgm:t>
    </dgm:pt>
    <dgm:pt modelId="{AB22D97D-F493-4DD6-AD1A-BE78D4667EF9}" type="parTrans" cxnId="{AB912912-667F-42E6-9650-9E0885CC5BC3}">
      <dgm:prSet/>
      <dgm:spPr/>
      <dgm:t>
        <a:bodyPr/>
        <a:lstStyle/>
        <a:p>
          <a:endParaRPr lang="en-US"/>
        </a:p>
      </dgm:t>
    </dgm:pt>
    <dgm:pt modelId="{64014372-BD7E-42EB-A135-3819A39DD2A3}" type="sibTrans" cxnId="{AB912912-667F-42E6-9650-9E0885CC5BC3}">
      <dgm:prSet/>
      <dgm:spPr/>
      <dgm:t>
        <a:bodyPr/>
        <a:lstStyle/>
        <a:p>
          <a:endParaRPr lang="en-US"/>
        </a:p>
      </dgm:t>
    </dgm:pt>
    <dgm:pt modelId="{823ADCA7-F89E-4A0F-A7C4-BA574454746D}">
      <dgm:prSet/>
      <dgm:spPr/>
      <dgm:t>
        <a:bodyPr/>
        <a:lstStyle/>
        <a:p>
          <a:r>
            <a:rPr lang="en-US" dirty="0"/>
            <a:t>Large gaps between training and testing set performance indicated overfitting, suggesting that models learned “noise” in the training data rather than generalized patterns.</a:t>
          </a:r>
        </a:p>
      </dgm:t>
    </dgm:pt>
    <dgm:pt modelId="{537F8634-0188-463B-9647-CE9F2CC5CAD4}" type="parTrans" cxnId="{24A3BAC4-A356-47C1-9480-42DE095E859E}">
      <dgm:prSet/>
      <dgm:spPr/>
      <dgm:t>
        <a:bodyPr/>
        <a:lstStyle/>
        <a:p>
          <a:endParaRPr lang="en-US"/>
        </a:p>
      </dgm:t>
    </dgm:pt>
    <dgm:pt modelId="{718D2BA4-BAD8-4355-AAA8-2EAA69D1BB50}" type="sibTrans" cxnId="{24A3BAC4-A356-47C1-9480-42DE095E859E}">
      <dgm:prSet/>
      <dgm:spPr/>
      <dgm:t>
        <a:bodyPr/>
        <a:lstStyle/>
        <a:p>
          <a:endParaRPr lang="en-US"/>
        </a:p>
      </dgm:t>
    </dgm:pt>
    <dgm:pt modelId="{E801F830-F7E4-4BD9-A064-91733DBA0740}">
      <dgm:prSet/>
      <dgm:spPr/>
      <dgm:t>
        <a:bodyPr/>
        <a:lstStyle/>
        <a:p>
          <a:r>
            <a:rPr lang="en-US"/>
            <a:t>All models struggled with the imbalanced failure outcome, resulting in low sensitivity and a tendency to predict the majority class.</a:t>
          </a:r>
        </a:p>
      </dgm:t>
    </dgm:pt>
    <dgm:pt modelId="{913D8352-858E-4602-B17C-98A06F891DF4}" type="parTrans" cxnId="{59E5B0B8-DC37-4C12-9D2D-5B3201785C20}">
      <dgm:prSet/>
      <dgm:spPr/>
      <dgm:t>
        <a:bodyPr/>
        <a:lstStyle/>
        <a:p>
          <a:endParaRPr lang="en-US"/>
        </a:p>
      </dgm:t>
    </dgm:pt>
    <dgm:pt modelId="{5758CA05-364C-4FEA-BCA1-B1D3ACB6AD26}" type="sibTrans" cxnId="{59E5B0B8-DC37-4C12-9D2D-5B3201785C20}">
      <dgm:prSet/>
      <dgm:spPr/>
      <dgm:t>
        <a:bodyPr/>
        <a:lstStyle/>
        <a:p>
          <a:endParaRPr lang="en-US"/>
        </a:p>
      </dgm:t>
    </dgm:pt>
    <dgm:pt modelId="{D32972E6-5A91-4289-92FE-E36E7AC0C104}">
      <dgm:prSet/>
      <dgm:spPr/>
      <dgm:t>
        <a:bodyPr/>
        <a:lstStyle/>
        <a:p>
          <a:r>
            <a:rPr lang="en-US"/>
            <a:t>No model demonstrated minority class detection, limiting practical use for identifying true failure cases.</a:t>
          </a:r>
        </a:p>
      </dgm:t>
    </dgm:pt>
    <dgm:pt modelId="{BCCECDCB-45AA-40A4-AA8C-58F0E75B649A}" type="parTrans" cxnId="{F0A11B04-5061-4129-8987-627B0DE58CDF}">
      <dgm:prSet/>
      <dgm:spPr/>
      <dgm:t>
        <a:bodyPr/>
        <a:lstStyle/>
        <a:p>
          <a:endParaRPr lang="en-US"/>
        </a:p>
      </dgm:t>
    </dgm:pt>
    <dgm:pt modelId="{A035AEF0-4EC4-4752-833D-02C362582522}" type="sibTrans" cxnId="{F0A11B04-5061-4129-8987-627B0DE58CDF}">
      <dgm:prSet/>
      <dgm:spPr/>
      <dgm:t>
        <a:bodyPr/>
        <a:lstStyle/>
        <a:p>
          <a:endParaRPr lang="en-US"/>
        </a:p>
      </dgm:t>
    </dgm:pt>
    <dgm:pt modelId="{DA9DFC75-0B9B-4228-A478-463910A28BB7}">
      <dgm:prSet/>
      <dgm:spPr/>
      <dgm:t>
        <a:bodyPr/>
        <a:lstStyle/>
        <a:p>
          <a:r>
            <a:rPr lang="en-US"/>
            <a:t>Performance patterns highlight the need for enhanced imbalance handling, such as class weighting, resampling, or alternative algorithms.</a:t>
          </a:r>
        </a:p>
      </dgm:t>
    </dgm:pt>
    <dgm:pt modelId="{284B3697-2E88-460C-A04D-590D19AD430A}" type="parTrans" cxnId="{060CF1DD-9683-42CF-94A6-52043EC4C2EC}">
      <dgm:prSet/>
      <dgm:spPr/>
      <dgm:t>
        <a:bodyPr/>
        <a:lstStyle/>
        <a:p>
          <a:endParaRPr lang="en-US"/>
        </a:p>
      </dgm:t>
    </dgm:pt>
    <dgm:pt modelId="{4ED0D05B-148F-45E0-B296-F5931E1A06C5}" type="sibTrans" cxnId="{060CF1DD-9683-42CF-94A6-52043EC4C2EC}">
      <dgm:prSet/>
      <dgm:spPr/>
      <dgm:t>
        <a:bodyPr/>
        <a:lstStyle/>
        <a:p>
          <a:endParaRPr lang="en-US"/>
        </a:p>
      </dgm:t>
    </dgm:pt>
    <dgm:pt modelId="{559E96FB-8F74-4A76-AFAF-4C7658F3EB46}" type="pres">
      <dgm:prSet presAssocID="{459BC3DC-823C-47BA-9F59-89FF16D50EAD}" presName="root" presStyleCnt="0">
        <dgm:presLayoutVars>
          <dgm:dir/>
          <dgm:resizeHandles val="exact"/>
        </dgm:presLayoutVars>
      </dgm:prSet>
      <dgm:spPr/>
    </dgm:pt>
    <dgm:pt modelId="{458FE076-3CA6-4502-98CE-4D669470AC22}" type="pres">
      <dgm:prSet presAssocID="{7A608219-C600-4498-B151-AA9FFB4848A1}" presName="compNode" presStyleCnt="0"/>
      <dgm:spPr/>
    </dgm:pt>
    <dgm:pt modelId="{4E9FB6E9-51BE-41BE-982B-26C923F86189}" type="pres">
      <dgm:prSet presAssocID="{7A608219-C600-4498-B151-AA9FFB4848A1}" presName="bgRect" presStyleLbl="bgShp" presStyleIdx="0" presStyleCnt="5"/>
      <dgm:spPr/>
    </dgm:pt>
    <dgm:pt modelId="{BE4A6A9D-69A2-4A72-AF54-9657329A690D}" type="pres">
      <dgm:prSet presAssocID="{7A608219-C600-4498-B151-AA9FFB4848A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5BC3D80-7D52-4569-A744-9110851A0C94}" type="pres">
      <dgm:prSet presAssocID="{7A608219-C600-4498-B151-AA9FFB4848A1}" presName="spaceRect" presStyleCnt="0"/>
      <dgm:spPr/>
    </dgm:pt>
    <dgm:pt modelId="{16BBE8EF-27CE-4CD6-A8D1-B19464617B1A}" type="pres">
      <dgm:prSet presAssocID="{7A608219-C600-4498-B151-AA9FFB4848A1}" presName="parTx" presStyleLbl="revTx" presStyleIdx="0" presStyleCnt="5">
        <dgm:presLayoutVars>
          <dgm:chMax val="0"/>
          <dgm:chPref val="0"/>
        </dgm:presLayoutVars>
      </dgm:prSet>
      <dgm:spPr/>
    </dgm:pt>
    <dgm:pt modelId="{CFA70372-E8F4-49C5-A219-365438354684}" type="pres">
      <dgm:prSet presAssocID="{64014372-BD7E-42EB-A135-3819A39DD2A3}" presName="sibTrans" presStyleCnt="0"/>
      <dgm:spPr/>
    </dgm:pt>
    <dgm:pt modelId="{E5C4568B-950D-4D3F-87EF-F1DF4363DA3F}" type="pres">
      <dgm:prSet presAssocID="{823ADCA7-F89E-4A0F-A7C4-BA574454746D}" presName="compNode" presStyleCnt="0"/>
      <dgm:spPr/>
    </dgm:pt>
    <dgm:pt modelId="{3D946941-2906-41CD-9677-8681984C4B1E}" type="pres">
      <dgm:prSet presAssocID="{823ADCA7-F89E-4A0F-A7C4-BA574454746D}" presName="bgRect" presStyleLbl="bgShp" presStyleIdx="1" presStyleCnt="5"/>
      <dgm:spPr/>
    </dgm:pt>
    <dgm:pt modelId="{E0459327-B790-43B1-81E0-FB33CF7B761F}" type="pres">
      <dgm:prSet presAssocID="{823ADCA7-F89E-4A0F-A7C4-BA574454746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ED70970-69FE-4EA3-B575-741AA1F85D5A}" type="pres">
      <dgm:prSet presAssocID="{823ADCA7-F89E-4A0F-A7C4-BA574454746D}" presName="spaceRect" presStyleCnt="0"/>
      <dgm:spPr/>
    </dgm:pt>
    <dgm:pt modelId="{FC801C3F-A317-48C7-927F-E6141960F88C}" type="pres">
      <dgm:prSet presAssocID="{823ADCA7-F89E-4A0F-A7C4-BA574454746D}" presName="parTx" presStyleLbl="revTx" presStyleIdx="1" presStyleCnt="5">
        <dgm:presLayoutVars>
          <dgm:chMax val="0"/>
          <dgm:chPref val="0"/>
        </dgm:presLayoutVars>
      </dgm:prSet>
      <dgm:spPr/>
    </dgm:pt>
    <dgm:pt modelId="{4B648B89-CE89-464E-AF7E-F0188BE8367A}" type="pres">
      <dgm:prSet presAssocID="{718D2BA4-BAD8-4355-AAA8-2EAA69D1BB50}" presName="sibTrans" presStyleCnt="0"/>
      <dgm:spPr/>
    </dgm:pt>
    <dgm:pt modelId="{91648860-131C-4EBA-92F0-3649A0136015}" type="pres">
      <dgm:prSet presAssocID="{E801F830-F7E4-4BD9-A064-91733DBA0740}" presName="compNode" presStyleCnt="0"/>
      <dgm:spPr/>
    </dgm:pt>
    <dgm:pt modelId="{FBFA7F13-6C61-4A0D-BF14-399BC12E2DBD}" type="pres">
      <dgm:prSet presAssocID="{E801F830-F7E4-4BD9-A064-91733DBA0740}" presName="bgRect" presStyleLbl="bgShp" presStyleIdx="2" presStyleCnt="5"/>
      <dgm:spPr/>
    </dgm:pt>
    <dgm:pt modelId="{AD4FC546-2867-4542-96C1-8196ADF564DF}" type="pres">
      <dgm:prSet presAssocID="{E801F830-F7E4-4BD9-A064-91733DBA074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578F00C-0A78-4661-B7E9-23E09D5F4260}" type="pres">
      <dgm:prSet presAssocID="{E801F830-F7E4-4BD9-A064-91733DBA0740}" presName="spaceRect" presStyleCnt="0"/>
      <dgm:spPr/>
    </dgm:pt>
    <dgm:pt modelId="{B22AA30B-19A9-457D-BB61-EADA697CA242}" type="pres">
      <dgm:prSet presAssocID="{E801F830-F7E4-4BD9-A064-91733DBA0740}" presName="parTx" presStyleLbl="revTx" presStyleIdx="2" presStyleCnt="5">
        <dgm:presLayoutVars>
          <dgm:chMax val="0"/>
          <dgm:chPref val="0"/>
        </dgm:presLayoutVars>
      </dgm:prSet>
      <dgm:spPr/>
    </dgm:pt>
    <dgm:pt modelId="{465C4205-9733-4152-93ED-6AD61DBDF2AD}" type="pres">
      <dgm:prSet presAssocID="{5758CA05-364C-4FEA-BCA1-B1D3ACB6AD26}" presName="sibTrans" presStyleCnt="0"/>
      <dgm:spPr/>
    </dgm:pt>
    <dgm:pt modelId="{92AB20B6-72D6-470A-9D01-D823E8134676}" type="pres">
      <dgm:prSet presAssocID="{D32972E6-5A91-4289-92FE-E36E7AC0C104}" presName="compNode" presStyleCnt="0"/>
      <dgm:spPr/>
    </dgm:pt>
    <dgm:pt modelId="{EB925D04-7751-43A0-8445-C7E0CF6CD708}" type="pres">
      <dgm:prSet presAssocID="{D32972E6-5A91-4289-92FE-E36E7AC0C104}" presName="bgRect" presStyleLbl="bgShp" presStyleIdx="3" presStyleCnt="5"/>
      <dgm:spPr/>
    </dgm:pt>
    <dgm:pt modelId="{107A5AD3-1A24-452D-9DE7-D8131CC34437}" type="pres">
      <dgm:prSet presAssocID="{D32972E6-5A91-4289-92FE-E36E7AC0C10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A9FD7DDC-FDE1-447D-AEAF-CD49E7E0C284}" type="pres">
      <dgm:prSet presAssocID="{D32972E6-5A91-4289-92FE-E36E7AC0C104}" presName="spaceRect" presStyleCnt="0"/>
      <dgm:spPr/>
    </dgm:pt>
    <dgm:pt modelId="{88EAE69A-B580-4379-9FFB-E69C381867CC}" type="pres">
      <dgm:prSet presAssocID="{D32972E6-5A91-4289-92FE-E36E7AC0C104}" presName="parTx" presStyleLbl="revTx" presStyleIdx="3" presStyleCnt="5">
        <dgm:presLayoutVars>
          <dgm:chMax val="0"/>
          <dgm:chPref val="0"/>
        </dgm:presLayoutVars>
      </dgm:prSet>
      <dgm:spPr/>
    </dgm:pt>
    <dgm:pt modelId="{97D8DA53-A4C9-4044-89BA-F8A442A7AF66}" type="pres">
      <dgm:prSet presAssocID="{A035AEF0-4EC4-4752-833D-02C362582522}" presName="sibTrans" presStyleCnt="0"/>
      <dgm:spPr/>
    </dgm:pt>
    <dgm:pt modelId="{BEA09383-7B2C-4E41-AD87-F886B3C957EB}" type="pres">
      <dgm:prSet presAssocID="{DA9DFC75-0B9B-4228-A478-463910A28BB7}" presName="compNode" presStyleCnt="0"/>
      <dgm:spPr/>
    </dgm:pt>
    <dgm:pt modelId="{C3DCAEB2-DA9D-43C5-8F2C-E03CFD9BA1A6}" type="pres">
      <dgm:prSet presAssocID="{DA9DFC75-0B9B-4228-A478-463910A28BB7}" presName="bgRect" presStyleLbl="bgShp" presStyleIdx="4" presStyleCnt="5"/>
      <dgm:spPr/>
    </dgm:pt>
    <dgm:pt modelId="{CB451F7F-5ABA-4A9D-BDC7-22C0F5F35299}" type="pres">
      <dgm:prSet presAssocID="{DA9DFC75-0B9B-4228-A478-463910A28BB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DA23D9A0-E811-4A5A-B2D5-73DAC0E6AC23}" type="pres">
      <dgm:prSet presAssocID="{DA9DFC75-0B9B-4228-A478-463910A28BB7}" presName="spaceRect" presStyleCnt="0"/>
      <dgm:spPr/>
    </dgm:pt>
    <dgm:pt modelId="{3FA6E5A3-5474-4078-8886-490A2339AEC0}" type="pres">
      <dgm:prSet presAssocID="{DA9DFC75-0B9B-4228-A478-463910A28BB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0A11B04-5061-4129-8987-627B0DE58CDF}" srcId="{459BC3DC-823C-47BA-9F59-89FF16D50EAD}" destId="{D32972E6-5A91-4289-92FE-E36E7AC0C104}" srcOrd="3" destOrd="0" parTransId="{BCCECDCB-45AA-40A4-AA8C-58F0E75B649A}" sibTransId="{A035AEF0-4EC4-4752-833D-02C362582522}"/>
    <dgm:cxn modelId="{AB912912-667F-42E6-9650-9E0885CC5BC3}" srcId="{459BC3DC-823C-47BA-9F59-89FF16D50EAD}" destId="{7A608219-C600-4498-B151-AA9FFB4848A1}" srcOrd="0" destOrd="0" parTransId="{AB22D97D-F493-4DD6-AD1A-BE78D4667EF9}" sibTransId="{64014372-BD7E-42EB-A135-3819A39DD2A3}"/>
    <dgm:cxn modelId="{3D880E19-9DE0-4DC9-9280-C22B978BDCC7}" type="presOf" srcId="{D32972E6-5A91-4289-92FE-E36E7AC0C104}" destId="{88EAE69A-B580-4379-9FFB-E69C381867CC}" srcOrd="0" destOrd="0" presId="urn:microsoft.com/office/officeart/2018/2/layout/IconVerticalSolidList"/>
    <dgm:cxn modelId="{535C3953-BC94-4E96-AC68-549C8BAAB531}" type="presOf" srcId="{DA9DFC75-0B9B-4228-A478-463910A28BB7}" destId="{3FA6E5A3-5474-4078-8886-490A2339AEC0}" srcOrd="0" destOrd="0" presId="urn:microsoft.com/office/officeart/2018/2/layout/IconVerticalSolidList"/>
    <dgm:cxn modelId="{8ADD2B76-3A18-4F83-95CE-AD3F16B44559}" type="presOf" srcId="{459BC3DC-823C-47BA-9F59-89FF16D50EAD}" destId="{559E96FB-8F74-4A76-AFAF-4C7658F3EB46}" srcOrd="0" destOrd="0" presId="urn:microsoft.com/office/officeart/2018/2/layout/IconVerticalSolidList"/>
    <dgm:cxn modelId="{B855C299-F5E0-43D6-8694-1AEDE750FA19}" type="presOf" srcId="{E801F830-F7E4-4BD9-A064-91733DBA0740}" destId="{B22AA30B-19A9-457D-BB61-EADA697CA242}" srcOrd="0" destOrd="0" presId="urn:microsoft.com/office/officeart/2018/2/layout/IconVerticalSolidList"/>
    <dgm:cxn modelId="{59E5B0B8-DC37-4C12-9D2D-5B3201785C20}" srcId="{459BC3DC-823C-47BA-9F59-89FF16D50EAD}" destId="{E801F830-F7E4-4BD9-A064-91733DBA0740}" srcOrd="2" destOrd="0" parTransId="{913D8352-858E-4602-B17C-98A06F891DF4}" sibTransId="{5758CA05-364C-4FEA-BCA1-B1D3ACB6AD26}"/>
    <dgm:cxn modelId="{EE7446BA-D399-4F0E-94D9-8906CA534AB2}" type="presOf" srcId="{7A608219-C600-4498-B151-AA9FFB4848A1}" destId="{16BBE8EF-27CE-4CD6-A8D1-B19464617B1A}" srcOrd="0" destOrd="0" presId="urn:microsoft.com/office/officeart/2018/2/layout/IconVerticalSolidList"/>
    <dgm:cxn modelId="{15B9A1C0-EBCF-4001-854E-E79277441914}" type="presOf" srcId="{823ADCA7-F89E-4A0F-A7C4-BA574454746D}" destId="{FC801C3F-A317-48C7-927F-E6141960F88C}" srcOrd="0" destOrd="0" presId="urn:microsoft.com/office/officeart/2018/2/layout/IconVerticalSolidList"/>
    <dgm:cxn modelId="{24A3BAC4-A356-47C1-9480-42DE095E859E}" srcId="{459BC3DC-823C-47BA-9F59-89FF16D50EAD}" destId="{823ADCA7-F89E-4A0F-A7C4-BA574454746D}" srcOrd="1" destOrd="0" parTransId="{537F8634-0188-463B-9647-CE9F2CC5CAD4}" sibTransId="{718D2BA4-BAD8-4355-AAA8-2EAA69D1BB50}"/>
    <dgm:cxn modelId="{060CF1DD-9683-42CF-94A6-52043EC4C2EC}" srcId="{459BC3DC-823C-47BA-9F59-89FF16D50EAD}" destId="{DA9DFC75-0B9B-4228-A478-463910A28BB7}" srcOrd="4" destOrd="0" parTransId="{284B3697-2E88-460C-A04D-590D19AD430A}" sibTransId="{4ED0D05B-148F-45E0-B296-F5931E1A06C5}"/>
    <dgm:cxn modelId="{CE4D10FE-71DB-4359-BB53-C491E4A1CA33}" type="presParOf" srcId="{559E96FB-8F74-4A76-AFAF-4C7658F3EB46}" destId="{458FE076-3CA6-4502-98CE-4D669470AC22}" srcOrd="0" destOrd="0" presId="urn:microsoft.com/office/officeart/2018/2/layout/IconVerticalSolidList"/>
    <dgm:cxn modelId="{A80063FC-E4AA-41DE-BECA-32A7339D68ED}" type="presParOf" srcId="{458FE076-3CA6-4502-98CE-4D669470AC22}" destId="{4E9FB6E9-51BE-41BE-982B-26C923F86189}" srcOrd="0" destOrd="0" presId="urn:microsoft.com/office/officeart/2018/2/layout/IconVerticalSolidList"/>
    <dgm:cxn modelId="{52A396CE-8FA4-4F98-9886-EA6A9A84840B}" type="presParOf" srcId="{458FE076-3CA6-4502-98CE-4D669470AC22}" destId="{BE4A6A9D-69A2-4A72-AF54-9657329A690D}" srcOrd="1" destOrd="0" presId="urn:microsoft.com/office/officeart/2018/2/layout/IconVerticalSolidList"/>
    <dgm:cxn modelId="{4617A2D4-8C83-4FB6-A127-91AC6A7B9087}" type="presParOf" srcId="{458FE076-3CA6-4502-98CE-4D669470AC22}" destId="{45BC3D80-7D52-4569-A744-9110851A0C94}" srcOrd="2" destOrd="0" presId="urn:microsoft.com/office/officeart/2018/2/layout/IconVerticalSolidList"/>
    <dgm:cxn modelId="{F6493B6F-9D9F-4CD3-B22F-2713AF2DF89B}" type="presParOf" srcId="{458FE076-3CA6-4502-98CE-4D669470AC22}" destId="{16BBE8EF-27CE-4CD6-A8D1-B19464617B1A}" srcOrd="3" destOrd="0" presId="urn:microsoft.com/office/officeart/2018/2/layout/IconVerticalSolidList"/>
    <dgm:cxn modelId="{BFBE3AE4-1591-4919-9BEC-3C7CA44E792A}" type="presParOf" srcId="{559E96FB-8F74-4A76-AFAF-4C7658F3EB46}" destId="{CFA70372-E8F4-49C5-A219-365438354684}" srcOrd="1" destOrd="0" presId="urn:microsoft.com/office/officeart/2018/2/layout/IconVerticalSolidList"/>
    <dgm:cxn modelId="{674068A9-9C33-43C6-A455-B68FD964DAF0}" type="presParOf" srcId="{559E96FB-8F74-4A76-AFAF-4C7658F3EB46}" destId="{E5C4568B-950D-4D3F-87EF-F1DF4363DA3F}" srcOrd="2" destOrd="0" presId="urn:microsoft.com/office/officeart/2018/2/layout/IconVerticalSolidList"/>
    <dgm:cxn modelId="{1B67A801-BA8C-48F9-B385-529C74E6F7F7}" type="presParOf" srcId="{E5C4568B-950D-4D3F-87EF-F1DF4363DA3F}" destId="{3D946941-2906-41CD-9677-8681984C4B1E}" srcOrd="0" destOrd="0" presId="urn:microsoft.com/office/officeart/2018/2/layout/IconVerticalSolidList"/>
    <dgm:cxn modelId="{F2E27512-CA6D-48BA-B638-6C77A3BDF636}" type="presParOf" srcId="{E5C4568B-950D-4D3F-87EF-F1DF4363DA3F}" destId="{E0459327-B790-43B1-81E0-FB33CF7B761F}" srcOrd="1" destOrd="0" presId="urn:microsoft.com/office/officeart/2018/2/layout/IconVerticalSolidList"/>
    <dgm:cxn modelId="{5ACE778F-00F9-47D7-94BA-C02D62323917}" type="presParOf" srcId="{E5C4568B-950D-4D3F-87EF-F1DF4363DA3F}" destId="{BED70970-69FE-4EA3-B575-741AA1F85D5A}" srcOrd="2" destOrd="0" presId="urn:microsoft.com/office/officeart/2018/2/layout/IconVerticalSolidList"/>
    <dgm:cxn modelId="{45B05D0C-DDFB-4273-B28E-C2A5C1E70C98}" type="presParOf" srcId="{E5C4568B-950D-4D3F-87EF-F1DF4363DA3F}" destId="{FC801C3F-A317-48C7-927F-E6141960F88C}" srcOrd="3" destOrd="0" presId="urn:microsoft.com/office/officeart/2018/2/layout/IconVerticalSolidList"/>
    <dgm:cxn modelId="{E87B5304-A5C2-40DE-AE94-E21B0CC2B967}" type="presParOf" srcId="{559E96FB-8F74-4A76-AFAF-4C7658F3EB46}" destId="{4B648B89-CE89-464E-AF7E-F0188BE8367A}" srcOrd="3" destOrd="0" presId="urn:microsoft.com/office/officeart/2018/2/layout/IconVerticalSolidList"/>
    <dgm:cxn modelId="{5A257991-84C5-4D2F-BA12-B6248208316F}" type="presParOf" srcId="{559E96FB-8F74-4A76-AFAF-4C7658F3EB46}" destId="{91648860-131C-4EBA-92F0-3649A0136015}" srcOrd="4" destOrd="0" presId="urn:microsoft.com/office/officeart/2018/2/layout/IconVerticalSolidList"/>
    <dgm:cxn modelId="{07CDE7CF-1D05-42DD-AC2A-D82664BD1BF6}" type="presParOf" srcId="{91648860-131C-4EBA-92F0-3649A0136015}" destId="{FBFA7F13-6C61-4A0D-BF14-399BC12E2DBD}" srcOrd="0" destOrd="0" presId="urn:microsoft.com/office/officeart/2018/2/layout/IconVerticalSolidList"/>
    <dgm:cxn modelId="{93812EE4-C322-4E9A-A21B-FDD6A42F16F3}" type="presParOf" srcId="{91648860-131C-4EBA-92F0-3649A0136015}" destId="{AD4FC546-2867-4542-96C1-8196ADF564DF}" srcOrd="1" destOrd="0" presId="urn:microsoft.com/office/officeart/2018/2/layout/IconVerticalSolidList"/>
    <dgm:cxn modelId="{10CC4822-818A-44FF-8E2F-056F418F72D1}" type="presParOf" srcId="{91648860-131C-4EBA-92F0-3649A0136015}" destId="{B578F00C-0A78-4661-B7E9-23E09D5F4260}" srcOrd="2" destOrd="0" presId="urn:microsoft.com/office/officeart/2018/2/layout/IconVerticalSolidList"/>
    <dgm:cxn modelId="{464BADFB-CEBE-4190-8534-25796EA029A5}" type="presParOf" srcId="{91648860-131C-4EBA-92F0-3649A0136015}" destId="{B22AA30B-19A9-457D-BB61-EADA697CA242}" srcOrd="3" destOrd="0" presId="urn:microsoft.com/office/officeart/2018/2/layout/IconVerticalSolidList"/>
    <dgm:cxn modelId="{E69654DD-2577-409B-A360-6A4D93B0A494}" type="presParOf" srcId="{559E96FB-8F74-4A76-AFAF-4C7658F3EB46}" destId="{465C4205-9733-4152-93ED-6AD61DBDF2AD}" srcOrd="5" destOrd="0" presId="urn:microsoft.com/office/officeart/2018/2/layout/IconVerticalSolidList"/>
    <dgm:cxn modelId="{36FE8976-3570-4078-8F59-AB9986324185}" type="presParOf" srcId="{559E96FB-8F74-4A76-AFAF-4C7658F3EB46}" destId="{92AB20B6-72D6-470A-9D01-D823E8134676}" srcOrd="6" destOrd="0" presId="urn:microsoft.com/office/officeart/2018/2/layout/IconVerticalSolidList"/>
    <dgm:cxn modelId="{1CA94E63-99AF-4099-B0A9-1E1BBB727938}" type="presParOf" srcId="{92AB20B6-72D6-470A-9D01-D823E8134676}" destId="{EB925D04-7751-43A0-8445-C7E0CF6CD708}" srcOrd="0" destOrd="0" presId="urn:microsoft.com/office/officeart/2018/2/layout/IconVerticalSolidList"/>
    <dgm:cxn modelId="{E00A7544-70D8-4C2A-854A-E417B2110B4A}" type="presParOf" srcId="{92AB20B6-72D6-470A-9D01-D823E8134676}" destId="{107A5AD3-1A24-452D-9DE7-D8131CC34437}" srcOrd="1" destOrd="0" presId="urn:microsoft.com/office/officeart/2018/2/layout/IconVerticalSolidList"/>
    <dgm:cxn modelId="{F9698917-5E58-4641-8C25-334F4B1EE675}" type="presParOf" srcId="{92AB20B6-72D6-470A-9D01-D823E8134676}" destId="{A9FD7DDC-FDE1-447D-AEAF-CD49E7E0C284}" srcOrd="2" destOrd="0" presId="urn:microsoft.com/office/officeart/2018/2/layout/IconVerticalSolidList"/>
    <dgm:cxn modelId="{865025CB-9A59-485F-B0D7-46C6710A5BAB}" type="presParOf" srcId="{92AB20B6-72D6-470A-9D01-D823E8134676}" destId="{88EAE69A-B580-4379-9FFB-E69C381867CC}" srcOrd="3" destOrd="0" presId="urn:microsoft.com/office/officeart/2018/2/layout/IconVerticalSolidList"/>
    <dgm:cxn modelId="{3AE10CCA-EBA9-4073-B68B-9EFD67C187AB}" type="presParOf" srcId="{559E96FB-8F74-4A76-AFAF-4C7658F3EB46}" destId="{97D8DA53-A4C9-4044-89BA-F8A442A7AF66}" srcOrd="7" destOrd="0" presId="urn:microsoft.com/office/officeart/2018/2/layout/IconVerticalSolidList"/>
    <dgm:cxn modelId="{9653365B-61DD-4523-BB40-1D537023F856}" type="presParOf" srcId="{559E96FB-8F74-4A76-AFAF-4C7658F3EB46}" destId="{BEA09383-7B2C-4E41-AD87-F886B3C957EB}" srcOrd="8" destOrd="0" presId="urn:microsoft.com/office/officeart/2018/2/layout/IconVerticalSolidList"/>
    <dgm:cxn modelId="{848C6A98-2E64-4A6B-8A9D-91F64D5DAFC2}" type="presParOf" srcId="{BEA09383-7B2C-4E41-AD87-F886B3C957EB}" destId="{C3DCAEB2-DA9D-43C5-8F2C-E03CFD9BA1A6}" srcOrd="0" destOrd="0" presId="urn:microsoft.com/office/officeart/2018/2/layout/IconVerticalSolidList"/>
    <dgm:cxn modelId="{1408607E-8A3C-4935-A4B2-620557EA5806}" type="presParOf" srcId="{BEA09383-7B2C-4E41-AD87-F886B3C957EB}" destId="{CB451F7F-5ABA-4A9D-BDC7-22C0F5F35299}" srcOrd="1" destOrd="0" presId="urn:microsoft.com/office/officeart/2018/2/layout/IconVerticalSolidList"/>
    <dgm:cxn modelId="{D66EF7A3-AB5C-4406-9A1A-55A0296430F6}" type="presParOf" srcId="{BEA09383-7B2C-4E41-AD87-F886B3C957EB}" destId="{DA23D9A0-E811-4A5A-B2D5-73DAC0E6AC23}" srcOrd="2" destOrd="0" presId="urn:microsoft.com/office/officeart/2018/2/layout/IconVerticalSolidList"/>
    <dgm:cxn modelId="{FA3B48EC-3205-4889-A1E2-42ABDA3FECD1}" type="presParOf" srcId="{BEA09383-7B2C-4E41-AD87-F886B3C957EB}" destId="{3FA6E5A3-5474-4078-8886-490A2339AE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8FA8E8-2777-40A6-AA74-DFBB4A82B24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4B65D3-E870-4852-AC87-C65B193087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Built and evaluated multiple predictive models to classify failure outcomes using a 70/30 train-test split</a:t>
          </a:r>
        </a:p>
      </dgm:t>
    </dgm:pt>
    <dgm:pt modelId="{E136E747-9D3A-4E7E-8066-76C8CD73228F}" type="parTrans" cxnId="{48010185-49C7-42D9-8EBC-30935C03A3AC}">
      <dgm:prSet/>
      <dgm:spPr/>
      <dgm:t>
        <a:bodyPr/>
        <a:lstStyle/>
        <a:p>
          <a:endParaRPr lang="en-US"/>
        </a:p>
      </dgm:t>
    </dgm:pt>
    <dgm:pt modelId="{38B66EF8-C774-4293-B77F-B073C6C69138}" type="sibTrans" cxnId="{48010185-49C7-42D9-8EBC-30935C03A3AC}">
      <dgm:prSet/>
      <dgm:spPr/>
      <dgm:t>
        <a:bodyPr/>
        <a:lstStyle/>
        <a:p>
          <a:endParaRPr lang="en-US"/>
        </a:p>
      </dgm:t>
    </dgm:pt>
    <dgm:pt modelId="{DF26A801-4801-4C09-B8B9-C0A1A7A22C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Addressed key data challenges – missingness, outliers, and a highly imbalanced failure variable (79% nonfailure, 21% failure)</a:t>
          </a:r>
        </a:p>
      </dgm:t>
    </dgm:pt>
    <dgm:pt modelId="{9AE6E5E2-6824-4691-9821-EBF48DE4566F}" type="parTrans" cxnId="{BE4628CF-2418-4358-BE2D-178BCC4D79C8}">
      <dgm:prSet/>
      <dgm:spPr/>
      <dgm:t>
        <a:bodyPr/>
        <a:lstStyle/>
        <a:p>
          <a:endParaRPr lang="en-US"/>
        </a:p>
      </dgm:t>
    </dgm:pt>
    <dgm:pt modelId="{55C0A054-4B48-4EDB-B40F-C711C1E471F3}" type="sibTrans" cxnId="{BE4628CF-2418-4358-BE2D-178BCC4D79C8}">
      <dgm:prSet/>
      <dgm:spPr/>
      <dgm:t>
        <a:bodyPr/>
        <a:lstStyle/>
        <a:p>
          <a:endParaRPr lang="en-US"/>
        </a:p>
      </dgm:t>
    </dgm:pt>
    <dgm:pt modelId="{A2313DF4-9F26-4D0B-8E62-4E5EA3D146D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Random Forest models delivered the strongest overall accuracy but showed substantial train-test set gaps, indicating overfitting</a:t>
          </a:r>
        </a:p>
      </dgm:t>
    </dgm:pt>
    <dgm:pt modelId="{88F4EAE9-B9A4-4483-BFA5-AEC0C8349EF1}" type="parTrans" cxnId="{B92AEA3A-870E-424D-B0B9-B42A479ABD08}">
      <dgm:prSet/>
      <dgm:spPr/>
      <dgm:t>
        <a:bodyPr/>
        <a:lstStyle/>
        <a:p>
          <a:endParaRPr lang="en-US"/>
        </a:p>
      </dgm:t>
    </dgm:pt>
    <dgm:pt modelId="{A0D06A1A-2863-4F5C-9E5A-9995D9CEAC11}" type="sibTrans" cxnId="{B92AEA3A-870E-424D-B0B9-B42A479ABD08}">
      <dgm:prSet/>
      <dgm:spPr/>
      <dgm:t>
        <a:bodyPr/>
        <a:lstStyle/>
        <a:p>
          <a:endParaRPr lang="en-US"/>
        </a:p>
      </dgm:t>
    </dgm:pt>
    <dgm:pt modelId="{EA4041CF-6C68-4001-9360-DE7D7E56D6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All models struggled to detect minority failure cases, limiting sensitivity and practical utility</a:t>
          </a:r>
        </a:p>
      </dgm:t>
    </dgm:pt>
    <dgm:pt modelId="{D2E4405F-8B2F-4C7F-AE24-601046E788AD}" type="parTrans" cxnId="{135D7D5C-A844-450C-8A06-E64C4B919FF1}">
      <dgm:prSet/>
      <dgm:spPr/>
      <dgm:t>
        <a:bodyPr/>
        <a:lstStyle/>
        <a:p>
          <a:endParaRPr lang="en-US"/>
        </a:p>
      </dgm:t>
    </dgm:pt>
    <dgm:pt modelId="{14C1A16A-FB09-417B-9573-05D0DECEAD09}" type="sibTrans" cxnId="{135D7D5C-A844-450C-8A06-E64C4B919FF1}">
      <dgm:prSet/>
      <dgm:spPr/>
      <dgm:t>
        <a:bodyPr/>
        <a:lstStyle/>
        <a:p>
          <a:endParaRPr lang="en-US"/>
        </a:p>
      </dgm:t>
    </dgm:pt>
    <dgm:pt modelId="{13A19336-BFCD-4A8E-92D2-DEE47DA865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Findings highlight the need for improved imbalance handling to achieve reliable minority class prediction.</a:t>
          </a:r>
        </a:p>
      </dgm:t>
    </dgm:pt>
    <dgm:pt modelId="{0118CB1B-22A3-4347-BA3E-D820F3B85325}" type="parTrans" cxnId="{46CCEC83-BEC7-4D11-AE54-F9A51FD51743}">
      <dgm:prSet/>
      <dgm:spPr/>
      <dgm:t>
        <a:bodyPr/>
        <a:lstStyle/>
        <a:p>
          <a:endParaRPr lang="en-US"/>
        </a:p>
      </dgm:t>
    </dgm:pt>
    <dgm:pt modelId="{875A2288-BADD-4E63-9518-6ABF766F5BD8}" type="sibTrans" cxnId="{46CCEC83-BEC7-4D11-AE54-F9A51FD51743}">
      <dgm:prSet/>
      <dgm:spPr/>
      <dgm:t>
        <a:bodyPr/>
        <a:lstStyle/>
        <a:p>
          <a:endParaRPr lang="en-US"/>
        </a:p>
      </dgm:t>
    </dgm:pt>
    <dgm:pt modelId="{27582CA0-B55E-4156-9B7C-B043A6BF541B}" type="pres">
      <dgm:prSet presAssocID="{D88FA8E8-2777-40A6-AA74-DFBB4A82B246}" presName="root" presStyleCnt="0">
        <dgm:presLayoutVars>
          <dgm:dir/>
          <dgm:resizeHandles val="exact"/>
        </dgm:presLayoutVars>
      </dgm:prSet>
      <dgm:spPr/>
    </dgm:pt>
    <dgm:pt modelId="{37D38236-4668-43C0-9D7D-C5F33979D5BB}" type="pres">
      <dgm:prSet presAssocID="{CF4B65D3-E870-4852-AC87-C65B193087E0}" presName="compNode" presStyleCnt="0"/>
      <dgm:spPr/>
    </dgm:pt>
    <dgm:pt modelId="{3B89C07A-F5D6-490F-BAA2-376465E5788C}" type="pres">
      <dgm:prSet presAssocID="{CF4B65D3-E870-4852-AC87-C65B193087E0}" presName="iconBgRect" presStyleLbl="bgShp" presStyleIdx="0" presStyleCnt="5"/>
      <dgm:spPr/>
    </dgm:pt>
    <dgm:pt modelId="{6839CD13-6C00-40E0-89AB-82B73AB3042B}" type="pres">
      <dgm:prSet presAssocID="{CF4B65D3-E870-4852-AC87-C65B193087E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FEE5461-A8DA-46CB-A762-3053BA3C1EB8}" type="pres">
      <dgm:prSet presAssocID="{CF4B65D3-E870-4852-AC87-C65B193087E0}" presName="spaceRect" presStyleCnt="0"/>
      <dgm:spPr/>
    </dgm:pt>
    <dgm:pt modelId="{046476C5-25A1-43AA-82E5-042793DC0999}" type="pres">
      <dgm:prSet presAssocID="{CF4B65D3-E870-4852-AC87-C65B193087E0}" presName="textRect" presStyleLbl="revTx" presStyleIdx="0" presStyleCnt="5">
        <dgm:presLayoutVars>
          <dgm:chMax val="1"/>
          <dgm:chPref val="1"/>
        </dgm:presLayoutVars>
      </dgm:prSet>
      <dgm:spPr/>
    </dgm:pt>
    <dgm:pt modelId="{B9610C17-AE45-4BBC-A147-DF0C8F4806B5}" type="pres">
      <dgm:prSet presAssocID="{38B66EF8-C774-4293-B77F-B073C6C69138}" presName="sibTrans" presStyleCnt="0"/>
      <dgm:spPr/>
    </dgm:pt>
    <dgm:pt modelId="{D5A6D3E0-346E-46F5-86BF-19F109333EF4}" type="pres">
      <dgm:prSet presAssocID="{DF26A801-4801-4C09-B8B9-C0A1A7A22CC5}" presName="compNode" presStyleCnt="0"/>
      <dgm:spPr/>
    </dgm:pt>
    <dgm:pt modelId="{B899E777-0336-45F8-A265-C95DCDEF4F13}" type="pres">
      <dgm:prSet presAssocID="{DF26A801-4801-4C09-B8B9-C0A1A7A22CC5}" presName="iconBgRect" presStyleLbl="bgShp" presStyleIdx="1" presStyleCnt="5"/>
      <dgm:spPr/>
    </dgm:pt>
    <dgm:pt modelId="{A1174866-3B09-4E5C-8F85-7F763C8093CE}" type="pres">
      <dgm:prSet presAssocID="{DF26A801-4801-4C09-B8B9-C0A1A7A22CC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509F7C7-8735-4335-A7AC-34CCD7022E48}" type="pres">
      <dgm:prSet presAssocID="{DF26A801-4801-4C09-B8B9-C0A1A7A22CC5}" presName="spaceRect" presStyleCnt="0"/>
      <dgm:spPr/>
    </dgm:pt>
    <dgm:pt modelId="{B5566D57-A097-4351-9837-154EB358C0D7}" type="pres">
      <dgm:prSet presAssocID="{DF26A801-4801-4C09-B8B9-C0A1A7A22CC5}" presName="textRect" presStyleLbl="revTx" presStyleIdx="1" presStyleCnt="5">
        <dgm:presLayoutVars>
          <dgm:chMax val="1"/>
          <dgm:chPref val="1"/>
        </dgm:presLayoutVars>
      </dgm:prSet>
      <dgm:spPr/>
    </dgm:pt>
    <dgm:pt modelId="{855DE1A0-4048-4EA3-99E2-F777E504554C}" type="pres">
      <dgm:prSet presAssocID="{55C0A054-4B48-4EDB-B40F-C711C1E471F3}" presName="sibTrans" presStyleCnt="0"/>
      <dgm:spPr/>
    </dgm:pt>
    <dgm:pt modelId="{62DE0CDD-FFA3-431A-8751-BC0868D16317}" type="pres">
      <dgm:prSet presAssocID="{A2313DF4-9F26-4D0B-8E62-4E5EA3D146D1}" presName="compNode" presStyleCnt="0"/>
      <dgm:spPr/>
    </dgm:pt>
    <dgm:pt modelId="{9725A463-B468-4C49-B952-98A4A1A1A9A4}" type="pres">
      <dgm:prSet presAssocID="{A2313DF4-9F26-4D0B-8E62-4E5EA3D146D1}" presName="iconBgRect" presStyleLbl="bgShp" presStyleIdx="2" presStyleCnt="5"/>
      <dgm:spPr/>
    </dgm:pt>
    <dgm:pt modelId="{3056052E-EE32-4FAD-8332-423AF6576FF4}" type="pres">
      <dgm:prSet presAssocID="{A2313DF4-9F26-4D0B-8E62-4E5EA3D146D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636EB8CB-FA12-4B63-8DC3-8C8521E03D58}" type="pres">
      <dgm:prSet presAssocID="{A2313DF4-9F26-4D0B-8E62-4E5EA3D146D1}" presName="spaceRect" presStyleCnt="0"/>
      <dgm:spPr/>
    </dgm:pt>
    <dgm:pt modelId="{C8F2B5F9-A180-4C9C-9402-29C1B35F45B7}" type="pres">
      <dgm:prSet presAssocID="{A2313DF4-9F26-4D0B-8E62-4E5EA3D146D1}" presName="textRect" presStyleLbl="revTx" presStyleIdx="2" presStyleCnt="5">
        <dgm:presLayoutVars>
          <dgm:chMax val="1"/>
          <dgm:chPref val="1"/>
        </dgm:presLayoutVars>
      </dgm:prSet>
      <dgm:spPr/>
    </dgm:pt>
    <dgm:pt modelId="{8C862DEA-A635-4470-BA08-57647D2C17CE}" type="pres">
      <dgm:prSet presAssocID="{A0D06A1A-2863-4F5C-9E5A-9995D9CEAC11}" presName="sibTrans" presStyleCnt="0"/>
      <dgm:spPr/>
    </dgm:pt>
    <dgm:pt modelId="{B7AB43B3-EEB9-48B8-A75A-6C919F505530}" type="pres">
      <dgm:prSet presAssocID="{EA4041CF-6C68-4001-9360-DE7D7E56D694}" presName="compNode" presStyleCnt="0"/>
      <dgm:spPr/>
    </dgm:pt>
    <dgm:pt modelId="{E9797C6A-46F0-4357-BE1D-7B5884951730}" type="pres">
      <dgm:prSet presAssocID="{EA4041CF-6C68-4001-9360-DE7D7E56D694}" presName="iconBgRect" presStyleLbl="bgShp" presStyleIdx="3" presStyleCnt="5"/>
      <dgm:spPr/>
    </dgm:pt>
    <dgm:pt modelId="{B24984C7-47A4-4B41-AAD2-4E7544DBE810}" type="pres">
      <dgm:prSet presAssocID="{EA4041CF-6C68-4001-9360-DE7D7E56D69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065CE5E-280C-49A6-8296-CE874884A939}" type="pres">
      <dgm:prSet presAssocID="{EA4041CF-6C68-4001-9360-DE7D7E56D694}" presName="spaceRect" presStyleCnt="0"/>
      <dgm:spPr/>
    </dgm:pt>
    <dgm:pt modelId="{703C923C-5F6B-4FB7-9278-3F3709703496}" type="pres">
      <dgm:prSet presAssocID="{EA4041CF-6C68-4001-9360-DE7D7E56D694}" presName="textRect" presStyleLbl="revTx" presStyleIdx="3" presStyleCnt="5">
        <dgm:presLayoutVars>
          <dgm:chMax val="1"/>
          <dgm:chPref val="1"/>
        </dgm:presLayoutVars>
      </dgm:prSet>
      <dgm:spPr/>
    </dgm:pt>
    <dgm:pt modelId="{43474A04-B6F6-48B3-9840-A807EB1B1CDF}" type="pres">
      <dgm:prSet presAssocID="{14C1A16A-FB09-417B-9573-05D0DECEAD09}" presName="sibTrans" presStyleCnt="0"/>
      <dgm:spPr/>
    </dgm:pt>
    <dgm:pt modelId="{A6340F17-47CD-475A-B098-BD8169C30CFA}" type="pres">
      <dgm:prSet presAssocID="{13A19336-BFCD-4A8E-92D2-DEE47DA8658A}" presName="compNode" presStyleCnt="0"/>
      <dgm:spPr/>
    </dgm:pt>
    <dgm:pt modelId="{CB6047F9-DA86-4DE5-A823-6BE20A52CE6F}" type="pres">
      <dgm:prSet presAssocID="{13A19336-BFCD-4A8E-92D2-DEE47DA8658A}" presName="iconBgRect" presStyleLbl="bgShp" presStyleIdx="4" presStyleCnt="5"/>
      <dgm:spPr/>
    </dgm:pt>
    <dgm:pt modelId="{F4B64B0B-DC50-4790-A83F-4C81C4D623FE}" type="pres">
      <dgm:prSet presAssocID="{13A19336-BFCD-4A8E-92D2-DEE47DA8658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139058A-0195-40CC-8ADC-27E23E9446C7}" type="pres">
      <dgm:prSet presAssocID="{13A19336-BFCD-4A8E-92D2-DEE47DA8658A}" presName="spaceRect" presStyleCnt="0"/>
      <dgm:spPr/>
    </dgm:pt>
    <dgm:pt modelId="{5832E350-D34E-4E1A-AF7A-E7414975CC76}" type="pres">
      <dgm:prSet presAssocID="{13A19336-BFCD-4A8E-92D2-DEE47DA8658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B463413-3F8B-45FC-A04B-35CD04A02A07}" type="presOf" srcId="{A2313DF4-9F26-4D0B-8E62-4E5EA3D146D1}" destId="{C8F2B5F9-A180-4C9C-9402-29C1B35F45B7}" srcOrd="0" destOrd="0" presId="urn:microsoft.com/office/officeart/2018/5/layout/IconCircleLabelList"/>
    <dgm:cxn modelId="{E75A3E30-9A93-42E3-96C3-CAA8EAE4D8A0}" type="presOf" srcId="{EA4041CF-6C68-4001-9360-DE7D7E56D694}" destId="{703C923C-5F6B-4FB7-9278-3F3709703496}" srcOrd="0" destOrd="0" presId="urn:microsoft.com/office/officeart/2018/5/layout/IconCircleLabelList"/>
    <dgm:cxn modelId="{B92AEA3A-870E-424D-B0B9-B42A479ABD08}" srcId="{D88FA8E8-2777-40A6-AA74-DFBB4A82B246}" destId="{A2313DF4-9F26-4D0B-8E62-4E5EA3D146D1}" srcOrd="2" destOrd="0" parTransId="{88F4EAE9-B9A4-4483-BFA5-AEC0C8349EF1}" sibTransId="{A0D06A1A-2863-4F5C-9E5A-9995D9CEAC11}"/>
    <dgm:cxn modelId="{135D7D5C-A844-450C-8A06-E64C4B919FF1}" srcId="{D88FA8E8-2777-40A6-AA74-DFBB4A82B246}" destId="{EA4041CF-6C68-4001-9360-DE7D7E56D694}" srcOrd="3" destOrd="0" parTransId="{D2E4405F-8B2F-4C7F-AE24-601046E788AD}" sibTransId="{14C1A16A-FB09-417B-9573-05D0DECEAD09}"/>
    <dgm:cxn modelId="{025A6B5F-16B0-4F14-A752-E710B5FF023D}" type="presOf" srcId="{CF4B65D3-E870-4852-AC87-C65B193087E0}" destId="{046476C5-25A1-43AA-82E5-042793DC0999}" srcOrd="0" destOrd="0" presId="urn:microsoft.com/office/officeart/2018/5/layout/IconCircleLabelList"/>
    <dgm:cxn modelId="{A0B6A26A-4054-4B59-9BA1-53B546883126}" type="presOf" srcId="{DF26A801-4801-4C09-B8B9-C0A1A7A22CC5}" destId="{B5566D57-A097-4351-9837-154EB358C0D7}" srcOrd="0" destOrd="0" presId="urn:microsoft.com/office/officeart/2018/5/layout/IconCircleLabelList"/>
    <dgm:cxn modelId="{7F4B9A53-E2E9-4DA2-8537-875378FD22A0}" type="presOf" srcId="{13A19336-BFCD-4A8E-92D2-DEE47DA8658A}" destId="{5832E350-D34E-4E1A-AF7A-E7414975CC76}" srcOrd="0" destOrd="0" presId="urn:microsoft.com/office/officeart/2018/5/layout/IconCircleLabelList"/>
    <dgm:cxn modelId="{46CCEC83-BEC7-4D11-AE54-F9A51FD51743}" srcId="{D88FA8E8-2777-40A6-AA74-DFBB4A82B246}" destId="{13A19336-BFCD-4A8E-92D2-DEE47DA8658A}" srcOrd="4" destOrd="0" parTransId="{0118CB1B-22A3-4347-BA3E-D820F3B85325}" sibTransId="{875A2288-BADD-4E63-9518-6ABF766F5BD8}"/>
    <dgm:cxn modelId="{48010185-49C7-42D9-8EBC-30935C03A3AC}" srcId="{D88FA8E8-2777-40A6-AA74-DFBB4A82B246}" destId="{CF4B65D3-E870-4852-AC87-C65B193087E0}" srcOrd="0" destOrd="0" parTransId="{E136E747-9D3A-4E7E-8066-76C8CD73228F}" sibTransId="{38B66EF8-C774-4293-B77F-B073C6C69138}"/>
    <dgm:cxn modelId="{F1798192-1C19-4797-B145-29400E31BB19}" type="presOf" srcId="{D88FA8E8-2777-40A6-AA74-DFBB4A82B246}" destId="{27582CA0-B55E-4156-9B7C-B043A6BF541B}" srcOrd="0" destOrd="0" presId="urn:microsoft.com/office/officeart/2018/5/layout/IconCircleLabelList"/>
    <dgm:cxn modelId="{BE4628CF-2418-4358-BE2D-178BCC4D79C8}" srcId="{D88FA8E8-2777-40A6-AA74-DFBB4A82B246}" destId="{DF26A801-4801-4C09-B8B9-C0A1A7A22CC5}" srcOrd="1" destOrd="0" parTransId="{9AE6E5E2-6824-4691-9821-EBF48DE4566F}" sibTransId="{55C0A054-4B48-4EDB-B40F-C711C1E471F3}"/>
    <dgm:cxn modelId="{0999E62A-B373-477B-A15F-F333201DCFB8}" type="presParOf" srcId="{27582CA0-B55E-4156-9B7C-B043A6BF541B}" destId="{37D38236-4668-43C0-9D7D-C5F33979D5BB}" srcOrd="0" destOrd="0" presId="urn:microsoft.com/office/officeart/2018/5/layout/IconCircleLabelList"/>
    <dgm:cxn modelId="{BD3BACAC-6CC1-49E3-8D1B-16D23B220B36}" type="presParOf" srcId="{37D38236-4668-43C0-9D7D-C5F33979D5BB}" destId="{3B89C07A-F5D6-490F-BAA2-376465E5788C}" srcOrd="0" destOrd="0" presId="urn:microsoft.com/office/officeart/2018/5/layout/IconCircleLabelList"/>
    <dgm:cxn modelId="{993D6A46-F3B0-4BEC-BFE2-C724328D4885}" type="presParOf" srcId="{37D38236-4668-43C0-9D7D-C5F33979D5BB}" destId="{6839CD13-6C00-40E0-89AB-82B73AB3042B}" srcOrd="1" destOrd="0" presId="urn:microsoft.com/office/officeart/2018/5/layout/IconCircleLabelList"/>
    <dgm:cxn modelId="{E6C97F61-2993-4A26-8621-C03B12FB1B9D}" type="presParOf" srcId="{37D38236-4668-43C0-9D7D-C5F33979D5BB}" destId="{BFEE5461-A8DA-46CB-A762-3053BA3C1EB8}" srcOrd="2" destOrd="0" presId="urn:microsoft.com/office/officeart/2018/5/layout/IconCircleLabelList"/>
    <dgm:cxn modelId="{593D24D1-78EA-4EA3-8DE8-CE53D4641CAF}" type="presParOf" srcId="{37D38236-4668-43C0-9D7D-C5F33979D5BB}" destId="{046476C5-25A1-43AA-82E5-042793DC0999}" srcOrd="3" destOrd="0" presId="urn:microsoft.com/office/officeart/2018/5/layout/IconCircleLabelList"/>
    <dgm:cxn modelId="{31E121A7-D5B5-4473-902C-91373C4F3E93}" type="presParOf" srcId="{27582CA0-B55E-4156-9B7C-B043A6BF541B}" destId="{B9610C17-AE45-4BBC-A147-DF0C8F4806B5}" srcOrd="1" destOrd="0" presId="urn:microsoft.com/office/officeart/2018/5/layout/IconCircleLabelList"/>
    <dgm:cxn modelId="{A38D82C2-AD16-483E-AB7E-B2EF6DBFC1EC}" type="presParOf" srcId="{27582CA0-B55E-4156-9B7C-B043A6BF541B}" destId="{D5A6D3E0-346E-46F5-86BF-19F109333EF4}" srcOrd="2" destOrd="0" presId="urn:microsoft.com/office/officeart/2018/5/layout/IconCircleLabelList"/>
    <dgm:cxn modelId="{9972CCF0-A1AF-44F1-B023-04E14E026D1E}" type="presParOf" srcId="{D5A6D3E0-346E-46F5-86BF-19F109333EF4}" destId="{B899E777-0336-45F8-A265-C95DCDEF4F13}" srcOrd="0" destOrd="0" presId="urn:microsoft.com/office/officeart/2018/5/layout/IconCircleLabelList"/>
    <dgm:cxn modelId="{134F66D4-DC01-4D8A-A471-1966E7AC8417}" type="presParOf" srcId="{D5A6D3E0-346E-46F5-86BF-19F109333EF4}" destId="{A1174866-3B09-4E5C-8F85-7F763C8093CE}" srcOrd="1" destOrd="0" presId="urn:microsoft.com/office/officeart/2018/5/layout/IconCircleLabelList"/>
    <dgm:cxn modelId="{F1E6F896-4642-487B-B5C5-11262E5EC719}" type="presParOf" srcId="{D5A6D3E0-346E-46F5-86BF-19F109333EF4}" destId="{C509F7C7-8735-4335-A7AC-34CCD7022E48}" srcOrd="2" destOrd="0" presId="urn:microsoft.com/office/officeart/2018/5/layout/IconCircleLabelList"/>
    <dgm:cxn modelId="{FF319055-A7E0-4B80-9CDA-E79B7C8B64E1}" type="presParOf" srcId="{D5A6D3E0-346E-46F5-86BF-19F109333EF4}" destId="{B5566D57-A097-4351-9837-154EB358C0D7}" srcOrd="3" destOrd="0" presId="urn:microsoft.com/office/officeart/2018/5/layout/IconCircleLabelList"/>
    <dgm:cxn modelId="{D9C37A11-0576-4BED-857F-825448AD31A9}" type="presParOf" srcId="{27582CA0-B55E-4156-9B7C-B043A6BF541B}" destId="{855DE1A0-4048-4EA3-99E2-F777E504554C}" srcOrd="3" destOrd="0" presId="urn:microsoft.com/office/officeart/2018/5/layout/IconCircleLabelList"/>
    <dgm:cxn modelId="{F0D7DDE5-8BDB-4E1B-A501-366CEADEA7AC}" type="presParOf" srcId="{27582CA0-B55E-4156-9B7C-B043A6BF541B}" destId="{62DE0CDD-FFA3-431A-8751-BC0868D16317}" srcOrd="4" destOrd="0" presId="urn:microsoft.com/office/officeart/2018/5/layout/IconCircleLabelList"/>
    <dgm:cxn modelId="{AD14CE3D-E50F-4495-8632-B2E83776E263}" type="presParOf" srcId="{62DE0CDD-FFA3-431A-8751-BC0868D16317}" destId="{9725A463-B468-4C49-B952-98A4A1A1A9A4}" srcOrd="0" destOrd="0" presId="urn:microsoft.com/office/officeart/2018/5/layout/IconCircleLabelList"/>
    <dgm:cxn modelId="{547D49A2-475A-428C-BF90-BE04BF3F66EA}" type="presParOf" srcId="{62DE0CDD-FFA3-431A-8751-BC0868D16317}" destId="{3056052E-EE32-4FAD-8332-423AF6576FF4}" srcOrd="1" destOrd="0" presId="urn:microsoft.com/office/officeart/2018/5/layout/IconCircleLabelList"/>
    <dgm:cxn modelId="{E8358513-DF51-4BA5-8BFD-2BFB39F0569E}" type="presParOf" srcId="{62DE0CDD-FFA3-431A-8751-BC0868D16317}" destId="{636EB8CB-FA12-4B63-8DC3-8C8521E03D58}" srcOrd="2" destOrd="0" presId="urn:microsoft.com/office/officeart/2018/5/layout/IconCircleLabelList"/>
    <dgm:cxn modelId="{1AF174C2-D626-40A0-8891-6F3142A38654}" type="presParOf" srcId="{62DE0CDD-FFA3-431A-8751-BC0868D16317}" destId="{C8F2B5F9-A180-4C9C-9402-29C1B35F45B7}" srcOrd="3" destOrd="0" presId="urn:microsoft.com/office/officeart/2018/5/layout/IconCircleLabelList"/>
    <dgm:cxn modelId="{3BA11DA3-0BF5-4AD7-A15C-28686C85F029}" type="presParOf" srcId="{27582CA0-B55E-4156-9B7C-B043A6BF541B}" destId="{8C862DEA-A635-4470-BA08-57647D2C17CE}" srcOrd="5" destOrd="0" presId="urn:microsoft.com/office/officeart/2018/5/layout/IconCircleLabelList"/>
    <dgm:cxn modelId="{389A5C43-67D7-4294-8876-6CF8CE69D114}" type="presParOf" srcId="{27582CA0-B55E-4156-9B7C-B043A6BF541B}" destId="{B7AB43B3-EEB9-48B8-A75A-6C919F505530}" srcOrd="6" destOrd="0" presId="urn:microsoft.com/office/officeart/2018/5/layout/IconCircleLabelList"/>
    <dgm:cxn modelId="{DC7731E3-AF54-49F0-8DB0-91302D072C7A}" type="presParOf" srcId="{B7AB43B3-EEB9-48B8-A75A-6C919F505530}" destId="{E9797C6A-46F0-4357-BE1D-7B5884951730}" srcOrd="0" destOrd="0" presId="urn:microsoft.com/office/officeart/2018/5/layout/IconCircleLabelList"/>
    <dgm:cxn modelId="{9F2D4CC6-D3FB-488B-A40E-40F277D80017}" type="presParOf" srcId="{B7AB43B3-EEB9-48B8-A75A-6C919F505530}" destId="{B24984C7-47A4-4B41-AAD2-4E7544DBE810}" srcOrd="1" destOrd="0" presId="urn:microsoft.com/office/officeart/2018/5/layout/IconCircleLabelList"/>
    <dgm:cxn modelId="{1BD080CD-1DB0-4455-95F4-032808F4F848}" type="presParOf" srcId="{B7AB43B3-EEB9-48B8-A75A-6C919F505530}" destId="{1065CE5E-280C-49A6-8296-CE874884A939}" srcOrd="2" destOrd="0" presId="urn:microsoft.com/office/officeart/2018/5/layout/IconCircleLabelList"/>
    <dgm:cxn modelId="{B908B34C-D81E-4C1D-AFDC-34775F0DA7CF}" type="presParOf" srcId="{B7AB43B3-EEB9-48B8-A75A-6C919F505530}" destId="{703C923C-5F6B-4FB7-9278-3F3709703496}" srcOrd="3" destOrd="0" presId="urn:microsoft.com/office/officeart/2018/5/layout/IconCircleLabelList"/>
    <dgm:cxn modelId="{DD9FF829-D3C9-4C06-88B2-5BA3CCA281F4}" type="presParOf" srcId="{27582CA0-B55E-4156-9B7C-B043A6BF541B}" destId="{43474A04-B6F6-48B3-9840-A807EB1B1CDF}" srcOrd="7" destOrd="0" presId="urn:microsoft.com/office/officeart/2018/5/layout/IconCircleLabelList"/>
    <dgm:cxn modelId="{1537136E-DFD6-4B37-8334-F2F93608D00D}" type="presParOf" srcId="{27582CA0-B55E-4156-9B7C-B043A6BF541B}" destId="{A6340F17-47CD-475A-B098-BD8169C30CFA}" srcOrd="8" destOrd="0" presId="urn:microsoft.com/office/officeart/2018/5/layout/IconCircleLabelList"/>
    <dgm:cxn modelId="{BB11B301-59B7-47D7-B4B0-89EDC218D8E0}" type="presParOf" srcId="{A6340F17-47CD-475A-B098-BD8169C30CFA}" destId="{CB6047F9-DA86-4DE5-A823-6BE20A52CE6F}" srcOrd="0" destOrd="0" presId="urn:microsoft.com/office/officeart/2018/5/layout/IconCircleLabelList"/>
    <dgm:cxn modelId="{63EBCDBA-F13F-4EB6-A8B5-D7B41EDF37B1}" type="presParOf" srcId="{A6340F17-47CD-475A-B098-BD8169C30CFA}" destId="{F4B64B0B-DC50-4790-A83F-4C81C4D623FE}" srcOrd="1" destOrd="0" presId="urn:microsoft.com/office/officeart/2018/5/layout/IconCircleLabelList"/>
    <dgm:cxn modelId="{3A1CA268-7ABC-4FE8-A60F-DC83AC7E24E5}" type="presParOf" srcId="{A6340F17-47CD-475A-B098-BD8169C30CFA}" destId="{6139058A-0195-40CC-8ADC-27E23E9446C7}" srcOrd="2" destOrd="0" presId="urn:microsoft.com/office/officeart/2018/5/layout/IconCircleLabelList"/>
    <dgm:cxn modelId="{B6465EF0-0AA4-42DA-8F52-A4CF1F856711}" type="presParOf" srcId="{A6340F17-47CD-475A-B098-BD8169C30CFA}" destId="{5832E350-D34E-4E1A-AF7A-E7414975CC7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9B73E-7667-4966-B9C1-4DF512D117A3}">
      <dsp:nvSpPr>
        <dsp:cNvPr id="0" name=""/>
        <dsp:cNvSpPr/>
      </dsp:nvSpPr>
      <dsp:spPr>
        <a:xfrm>
          <a:off x="0" y="0"/>
          <a:ext cx="7772401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Purpose: Predict the product failure of Super Soaker from given data</a:t>
          </a:r>
        </a:p>
      </dsp:txBody>
      <dsp:txXfrm>
        <a:off x="22246" y="22246"/>
        <a:ext cx="7727909" cy="411223"/>
      </dsp:txXfrm>
    </dsp:sp>
    <dsp:sp modelId="{F26F36BB-17CA-4EE4-9494-64A2143F1297}">
      <dsp:nvSpPr>
        <dsp:cNvPr id="0" name=""/>
        <dsp:cNvSpPr/>
      </dsp:nvSpPr>
      <dsp:spPr>
        <a:xfrm>
          <a:off x="0" y="564366"/>
          <a:ext cx="7772401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Most influential predictor variables:</a:t>
          </a:r>
        </a:p>
      </dsp:txBody>
      <dsp:txXfrm>
        <a:off x="22246" y="586612"/>
        <a:ext cx="7727909" cy="411223"/>
      </dsp:txXfrm>
    </dsp:sp>
    <dsp:sp modelId="{DD3D578F-C86E-4B78-94FB-7B880D30B808}">
      <dsp:nvSpPr>
        <dsp:cNvPr id="0" name=""/>
        <dsp:cNvSpPr/>
      </dsp:nvSpPr>
      <dsp:spPr>
        <a:xfrm>
          <a:off x="0" y="1020081"/>
          <a:ext cx="7772401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		loading &gt; measurement_17 &gt; measurement_8 &gt; measurement_2</a:t>
          </a:r>
        </a:p>
      </dsp:txBody>
      <dsp:txXfrm>
        <a:off x="0" y="1020081"/>
        <a:ext cx="7772401" cy="314640"/>
      </dsp:txXfrm>
    </dsp:sp>
    <dsp:sp modelId="{56A2041C-96DA-4D07-9819-D0381A69D6C9}">
      <dsp:nvSpPr>
        <dsp:cNvPr id="0" name=""/>
        <dsp:cNvSpPr/>
      </dsp:nvSpPr>
      <dsp:spPr>
        <a:xfrm>
          <a:off x="0" y="1334721"/>
          <a:ext cx="7772401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Prediction models executed include:</a:t>
          </a:r>
        </a:p>
      </dsp:txBody>
      <dsp:txXfrm>
        <a:off x="22246" y="1356967"/>
        <a:ext cx="7727909" cy="411223"/>
      </dsp:txXfrm>
    </dsp:sp>
    <dsp:sp modelId="{D7D9A673-4924-42AA-AE29-73A723D0A4BA}">
      <dsp:nvSpPr>
        <dsp:cNvPr id="0" name=""/>
        <dsp:cNvSpPr/>
      </dsp:nvSpPr>
      <dsp:spPr>
        <a:xfrm>
          <a:off x="0" y="1790436"/>
          <a:ext cx="7772401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77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		Logistic regression		</a:t>
          </a:r>
          <a:r>
            <a:rPr lang="en-US" sz="1500" kern="1200" dirty="0" err="1"/>
            <a:t>XGBoost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		Classification tree		Neural Network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500" kern="1200" dirty="0"/>
            <a:t>		Random forest			</a:t>
          </a:r>
        </a:p>
      </dsp:txBody>
      <dsp:txXfrm>
        <a:off x="0" y="1790436"/>
        <a:ext cx="7772401" cy="786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FB6E9-51BE-41BE-982B-26C923F86189}">
      <dsp:nvSpPr>
        <dsp:cNvPr id="0" name=""/>
        <dsp:cNvSpPr/>
      </dsp:nvSpPr>
      <dsp:spPr>
        <a:xfrm>
          <a:off x="0" y="3946"/>
          <a:ext cx="6908587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A6A9D-69A2-4A72-AF54-9657329A690D}">
      <dsp:nvSpPr>
        <dsp:cNvPr id="0" name=""/>
        <dsp:cNvSpPr/>
      </dsp:nvSpPr>
      <dsp:spPr>
        <a:xfrm>
          <a:off x="254278" y="193078"/>
          <a:ext cx="462323" cy="46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BE8EF-27CE-4CD6-A8D1-B19464617B1A}">
      <dsp:nvSpPr>
        <dsp:cNvPr id="0" name=""/>
        <dsp:cNvSpPr/>
      </dsp:nvSpPr>
      <dsp:spPr>
        <a:xfrm>
          <a:off x="970879" y="3946"/>
          <a:ext cx="5937707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Random Forests were the only models achieving reasonable accuracy, reflecting their strength in capturing nonlinear relationships and interactions among predictors</a:t>
          </a:r>
        </a:p>
      </dsp:txBody>
      <dsp:txXfrm>
        <a:off x="970879" y="3946"/>
        <a:ext cx="5937707" cy="840588"/>
      </dsp:txXfrm>
    </dsp:sp>
    <dsp:sp modelId="{3D946941-2906-41CD-9677-8681984C4B1E}">
      <dsp:nvSpPr>
        <dsp:cNvPr id="0" name=""/>
        <dsp:cNvSpPr/>
      </dsp:nvSpPr>
      <dsp:spPr>
        <a:xfrm>
          <a:off x="0" y="1054682"/>
          <a:ext cx="6908587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59327-B790-43B1-81E0-FB33CF7B761F}">
      <dsp:nvSpPr>
        <dsp:cNvPr id="0" name=""/>
        <dsp:cNvSpPr/>
      </dsp:nvSpPr>
      <dsp:spPr>
        <a:xfrm>
          <a:off x="254278" y="1243814"/>
          <a:ext cx="462323" cy="46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01C3F-A317-48C7-927F-E6141960F88C}">
      <dsp:nvSpPr>
        <dsp:cNvPr id="0" name=""/>
        <dsp:cNvSpPr/>
      </dsp:nvSpPr>
      <dsp:spPr>
        <a:xfrm>
          <a:off x="970879" y="1054682"/>
          <a:ext cx="5937707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Large gaps between training and testing set performance indicated overfitting, suggesting that models learned “noise” in the training data rather than generalized patterns.</a:t>
          </a:r>
        </a:p>
      </dsp:txBody>
      <dsp:txXfrm>
        <a:off x="970879" y="1054682"/>
        <a:ext cx="5937707" cy="840588"/>
      </dsp:txXfrm>
    </dsp:sp>
    <dsp:sp modelId="{FBFA7F13-6C61-4A0D-BF14-399BC12E2DBD}">
      <dsp:nvSpPr>
        <dsp:cNvPr id="0" name=""/>
        <dsp:cNvSpPr/>
      </dsp:nvSpPr>
      <dsp:spPr>
        <a:xfrm>
          <a:off x="0" y="2105418"/>
          <a:ext cx="6908587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FC546-2867-4542-96C1-8196ADF564DF}">
      <dsp:nvSpPr>
        <dsp:cNvPr id="0" name=""/>
        <dsp:cNvSpPr/>
      </dsp:nvSpPr>
      <dsp:spPr>
        <a:xfrm>
          <a:off x="254278" y="2294550"/>
          <a:ext cx="462323" cy="46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AA30B-19A9-457D-BB61-EADA697CA242}">
      <dsp:nvSpPr>
        <dsp:cNvPr id="0" name=""/>
        <dsp:cNvSpPr/>
      </dsp:nvSpPr>
      <dsp:spPr>
        <a:xfrm>
          <a:off x="970879" y="2105418"/>
          <a:ext cx="5937707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 models struggled with the imbalanced failure outcome, resulting in low sensitivity and a tendency to predict the majority class.</a:t>
          </a:r>
        </a:p>
      </dsp:txBody>
      <dsp:txXfrm>
        <a:off x="970879" y="2105418"/>
        <a:ext cx="5937707" cy="840588"/>
      </dsp:txXfrm>
    </dsp:sp>
    <dsp:sp modelId="{EB925D04-7751-43A0-8445-C7E0CF6CD708}">
      <dsp:nvSpPr>
        <dsp:cNvPr id="0" name=""/>
        <dsp:cNvSpPr/>
      </dsp:nvSpPr>
      <dsp:spPr>
        <a:xfrm>
          <a:off x="0" y="3156154"/>
          <a:ext cx="6908587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A5AD3-1A24-452D-9DE7-D8131CC34437}">
      <dsp:nvSpPr>
        <dsp:cNvPr id="0" name=""/>
        <dsp:cNvSpPr/>
      </dsp:nvSpPr>
      <dsp:spPr>
        <a:xfrm>
          <a:off x="254278" y="3345286"/>
          <a:ext cx="462323" cy="46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AE69A-B580-4379-9FFB-E69C381867CC}">
      <dsp:nvSpPr>
        <dsp:cNvPr id="0" name=""/>
        <dsp:cNvSpPr/>
      </dsp:nvSpPr>
      <dsp:spPr>
        <a:xfrm>
          <a:off x="970879" y="3156154"/>
          <a:ext cx="5937707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 model demonstrated minority class detection, limiting practical use for identifying true failure cases.</a:t>
          </a:r>
        </a:p>
      </dsp:txBody>
      <dsp:txXfrm>
        <a:off x="970879" y="3156154"/>
        <a:ext cx="5937707" cy="840588"/>
      </dsp:txXfrm>
    </dsp:sp>
    <dsp:sp modelId="{C3DCAEB2-DA9D-43C5-8F2C-E03CFD9BA1A6}">
      <dsp:nvSpPr>
        <dsp:cNvPr id="0" name=""/>
        <dsp:cNvSpPr/>
      </dsp:nvSpPr>
      <dsp:spPr>
        <a:xfrm>
          <a:off x="0" y="4206889"/>
          <a:ext cx="6908587" cy="8405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51F7F-5ABA-4A9D-BDC7-22C0F5F35299}">
      <dsp:nvSpPr>
        <dsp:cNvPr id="0" name=""/>
        <dsp:cNvSpPr/>
      </dsp:nvSpPr>
      <dsp:spPr>
        <a:xfrm>
          <a:off x="254278" y="4396022"/>
          <a:ext cx="462323" cy="4623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6E5A3-5474-4078-8886-490A2339AEC0}">
      <dsp:nvSpPr>
        <dsp:cNvPr id="0" name=""/>
        <dsp:cNvSpPr/>
      </dsp:nvSpPr>
      <dsp:spPr>
        <a:xfrm>
          <a:off x="970879" y="4206889"/>
          <a:ext cx="5937707" cy="840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62" tIns="88962" rIns="88962" bIns="88962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Performance patterns highlight the need for enhanced imbalance handling, such as class weighting, resampling, or alternative algorithms.</a:t>
          </a:r>
        </a:p>
      </dsp:txBody>
      <dsp:txXfrm>
        <a:off x="970879" y="4206889"/>
        <a:ext cx="5937707" cy="8405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9C07A-F5D6-490F-BAA2-376465E5788C}">
      <dsp:nvSpPr>
        <dsp:cNvPr id="0" name=""/>
        <dsp:cNvSpPr/>
      </dsp:nvSpPr>
      <dsp:spPr>
        <a:xfrm>
          <a:off x="968310" y="267"/>
          <a:ext cx="873896" cy="8738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39CD13-6C00-40E0-89AB-82B73AB3042B}">
      <dsp:nvSpPr>
        <dsp:cNvPr id="0" name=""/>
        <dsp:cNvSpPr/>
      </dsp:nvSpPr>
      <dsp:spPr>
        <a:xfrm>
          <a:off x="1154550" y="18650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476C5-25A1-43AA-82E5-042793DC0999}">
      <dsp:nvSpPr>
        <dsp:cNvPr id="0" name=""/>
        <dsp:cNvSpPr/>
      </dsp:nvSpPr>
      <dsp:spPr>
        <a:xfrm>
          <a:off x="688950" y="1146360"/>
          <a:ext cx="1432617" cy="829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Built and evaluated multiple predictive models to classify failure outcomes using a 70/30 train-test split</a:t>
          </a:r>
        </a:p>
      </dsp:txBody>
      <dsp:txXfrm>
        <a:off x="688950" y="1146360"/>
        <a:ext cx="1432617" cy="829351"/>
      </dsp:txXfrm>
    </dsp:sp>
    <dsp:sp modelId="{B899E777-0336-45F8-A265-C95DCDEF4F13}">
      <dsp:nvSpPr>
        <dsp:cNvPr id="0" name=""/>
        <dsp:cNvSpPr/>
      </dsp:nvSpPr>
      <dsp:spPr>
        <a:xfrm>
          <a:off x="2651635" y="267"/>
          <a:ext cx="873896" cy="8738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174866-3B09-4E5C-8F85-7F763C8093CE}">
      <dsp:nvSpPr>
        <dsp:cNvPr id="0" name=""/>
        <dsp:cNvSpPr/>
      </dsp:nvSpPr>
      <dsp:spPr>
        <a:xfrm>
          <a:off x="2837875" y="18650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66D57-A097-4351-9837-154EB358C0D7}">
      <dsp:nvSpPr>
        <dsp:cNvPr id="0" name=""/>
        <dsp:cNvSpPr/>
      </dsp:nvSpPr>
      <dsp:spPr>
        <a:xfrm>
          <a:off x="2372275" y="1146360"/>
          <a:ext cx="1432617" cy="829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Addressed key data challenges – missingness, outliers, and a highly imbalanced failure variable (79% nonfailure, 21% failure)</a:t>
          </a:r>
        </a:p>
      </dsp:txBody>
      <dsp:txXfrm>
        <a:off x="2372275" y="1146360"/>
        <a:ext cx="1432617" cy="829351"/>
      </dsp:txXfrm>
    </dsp:sp>
    <dsp:sp modelId="{9725A463-B468-4C49-B952-98A4A1A1A9A4}">
      <dsp:nvSpPr>
        <dsp:cNvPr id="0" name=""/>
        <dsp:cNvSpPr/>
      </dsp:nvSpPr>
      <dsp:spPr>
        <a:xfrm>
          <a:off x="4334960" y="267"/>
          <a:ext cx="873896" cy="8738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6052E-EE32-4FAD-8332-423AF6576FF4}">
      <dsp:nvSpPr>
        <dsp:cNvPr id="0" name=""/>
        <dsp:cNvSpPr/>
      </dsp:nvSpPr>
      <dsp:spPr>
        <a:xfrm>
          <a:off x="4521201" y="18650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2B5F9-A180-4C9C-9402-29C1B35F45B7}">
      <dsp:nvSpPr>
        <dsp:cNvPr id="0" name=""/>
        <dsp:cNvSpPr/>
      </dsp:nvSpPr>
      <dsp:spPr>
        <a:xfrm>
          <a:off x="4055600" y="1146360"/>
          <a:ext cx="1432617" cy="829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Random Forest models delivered the strongest overall accuracy but showed substantial train-test set gaps, indicating overfitting</a:t>
          </a:r>
        </a:p>
      </dsp:txBody>
      <dsp:txXfrm>
        <a:off x="4055600" y="1146360"/>
        <a:ext cx="1432617" cy="829351"/>
      </dsp:txXfrm>
    </dsp:sp>
    <dsp:sp modelId="{E9797C6A-46F0-4357-BE1D-7B5884951730}">
      <dsp:nvSpPr>
        <dsp:cNvPr id="0" name=""/>
        <dsp:cNvSpPr/>
      </dsp:nvSpPr>
      <dsp:spPr>
        <a:xfrm>
          <a:off x="1809973" y="2333866"/>
          <a:ext cx="873896" cy="8738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984C7-47A4-4B41-AAD2-4E7544DBE810}">
      <dsp:nvSpPr>
        <dsp:cNvPr id="0" name=""/>
        <dsp:cNvSpPr/>
      </dsp:nvSpPr>
      <dsp:spPr>
        <a:xfrm>
          <a:off x="1996213" y="2520106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C923C-5F6B-4FB7-9278-3F3709703496}">
      <dsp:nvSpPr>
        <dsp:cNvPr id="0" name=""/>
        <dsp:cNvSpPr/>
      </dsp:nvSpPr>
      <dsp:spPr>
        <a:xfrm>
          <a:off x="1530612" y="3479959"/>
          <a:ext cx="1432617" cy="829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All models struggled to detect minority failure cases, limiting sensitivity and practical utility</a:t>
          </a:r>
        </a:p>
      </dsp:txBody>
      <dsp:txXfrm>
        <a:off x="1530612" y="3479959"/>
        <a:ext cx="1432617" cy="829351"/>
      </dsp:txXfrm>
    </dsp:sp>
    <dsp:sp modelId="{CB6047F9-DA86-4DE5-A823-6BE20A52CE6F}">
      <dsp:nvSpPr>
        <dsp:cNvPr id="0" name=""/>
        <dsp:cNvSpPr/>
      </dsp:nvSpPr>
      <dsp:spPr>
        <a:xfrm>
          <a:off x="3493298" y="2333866"/>
          <a:ext cx="873896" cy="8738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64B0B-DC50-4790-A83F-4C81C4D623FE}">
      <dsp:nvSpPr>
        <dsp:cNvPr id="0" name=""/>
        <dsp:cNvSpPr/>
      </dsp:nvSpPr>
      <dsp:spPr>
        <a:xfrm>
          <a:off x="3679538" y="2520106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2E350-D34E-4E1A-AF7A-E7414975CC76}">
      <dsp:nvSpPr>
        <dsp:cNvPr id="0" name=""/>
        <dsp:cNvSpPr/>
      </dsp:nvSpPr>
      <dsp:spPr>
        <a:xfrm>
          <a:off x="3213938" y="3479959"/>
          <a:ext cx="1432617" cy="829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Findings highlight the need for improved imbalance handling to achieve reliable minority class prediction.</a:t>
          </a:r>
        </a:p>
      </dsp:txBody>
      <dsp:txXfrm>
        <a:off x="3213938" y="3479959"/>
        <a:ext cx="1432617" cy="829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6/28/2026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6/28/2026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57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17D1-EEAE-CC36-D268-F15A7E29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DE154-E9B7-42F4-1CC0-6C9B996E0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8D36C-52DB-1EDB-8A9D-5FBC7138D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9CDB5-EF8F-62AB-02AD-34ED16A90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600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8C370-F4CC-98C8-4DAC-C60E258F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A6DF6-1C38-9A43-9025-2ED0B92E4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6F1B8-1C9F-14EB-02FB-C1D9B8BA7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3D4E3-D498-D9E6-931E-2C0AAC765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928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D120-86F4-C350-C3EF-EFAB72E6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01331-82A3-C351-DBC6-A2CEF50C8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1C350-3F3C-D60B-83A1-E50928594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FD420-F2D3-C0BB-3189-ED115010E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9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BC5C-9D7D-BEA3-55DC-0DE77643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F03BE-8949-0522-D7AA-2F053C3F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3E602-CB74-23BA-949C-A4BEED28B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5E3A2-4B29-06F5-21B1-9C17CC761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96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C46E-C2C9-59EE-AE3A-645BA7A1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94F6F-D325-5EB4-BBFC-F5AF4984C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C5BBB-1010-CA98-B0C3-401B2E023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1332E-A400-925D-9579-D1FE9BFEF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8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1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3939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4109B-833D-B34A-97EA-0853A8C0F0F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A52F5199-58B2-6773-D7BB-7721040E422F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982CD8F-9CD3-55E1-4684-6660EE20ABE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438201-BD5A-CB1E-8B50-7D69C28E2A59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76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49647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2" y="1845735"/>
            <a:ext cx="4936474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2497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7199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15241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4865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4049736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56263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5" y="5074920"/>
            <a:ext cx="10111011" cy="822960"/>
          </a:xfrm>
        </p:spPr>
        <p:txBody>
          <a:bodyPr tIns="0" bIns="0" anchor="b">
            <a:noAutofit/>
          </a:bodyPr>
          <a:lstStyle>
            <a:lvl1pPr>
              <a:defRPr sz="3599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4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36303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15047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2302"/>
            <a:ext cx="262821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2302"/>
            <a:ext cx="7732286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3435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076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290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8882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582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695" r:id="rId14"/>
    <p:sldLayoutId id="2147483662" r:id="rId15"/>
    <p:sldLayoutId id="2147483682" r:id="rId16"/>
    <p:sldLayoutId id="2147483696" r:id="rId17"/>
    <p:sldLayoutId id="2147483693" r:id="rId18"/>
  </p:sldLayoutIdLst>
  <p:hf hdr="0" ftr="0" dt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Product Manufacture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Predicting Failures of Super Soaker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7970-E746-E3E9-C68B-11DCCFCD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DFC506-91FD-851C-B5BE-BE261BCE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457201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D3304-1657-CB34-D654-EF890362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5" name="TextBox 9">
            <a:extLst>
              <a:ext uri="{FF2B5EF4-FFF2-40B4-BE49-F238E27FC236}">
                <a16:creationId xmlns:a16="http://schemas.microsoft.com/office/drawing/2014/main" id="{C6806A89-A687-B2AF-BFB0-5FCE4C0C49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800196"/>
              </p:ext>
            </p:extLst>
          </p:nvPr>
        </p:nvGraphicFramePr>
        <p:xfrm>
          <a:off x="1293812" y="1778612"/>
          <a:ext cx="7772401" cy="2630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1DE8A0F-C85D-FD93-505F-5525082F454B}"/>
              </a:ext>
            </a:extLst>
          </p:cNvPr>
          <p:cNvGrpSpPr/>
          <p:nvPr/>
        </p:nvGrpSpPr>
        <p:grpSpPr>
          <a:xfrm>
            <a:off x="1298850" y="4724400"/>
            <a:ext cx="7772401" cy="609600"/>
            <a:chOff x="0" y="1796841"/>
            <a:chExt cx="6177168" cy="71136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951604F-A5D2-B6ED-12CA-16ED1869B2EC}"/>
                </a:ext>
              </a:extLst>
            </p:cNvPr>
            <p:cNvSpPr/>
            <p:nvPr/>
          </p:nvSpPr>
          <p:spPr>
            <a:xfrm>
              <a:off x="0" y="1796841"/>
              <a:ext cx="6177168" cy="7113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1E3374F2-6C0C-E8A5-5F27-E477565AB7BF}"/>
                </a:ext>
              </a:extLst>
            </p:cNvPr>
            <p:cNvSpPr txBox="1"/>
            <p:nvPr/>
          </p:nvSpPr>
          <p:spPr>
            <a:xfrm>
              <a:off x="34726" y="1831567"/>
              <a:ext cx="6107716" cy="3823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Train/ test split ratio</a:t>
              </a:r>
              <a:r>
                <a:rPr lang="en-US" sz="1900" kern="1200" dirty="0"/>
                <a:t>: 70/30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BCDF0E-62C1-AE5E-B37C-1C3A8C821389}"/>
              </a:ext>
            </a:extLst>
          </p:cNvPr>
          <p:cNvSpPr txBox="1"/>
          <p:nvPr/>
        </p:nvSpPr>
        <p:spPr>
          <a:xfrm>
            <a:off x="1293812" y="5363758"/>
            <a:ext cx="7733745" cy="34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Balances model learning while reserving a substantial portion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306000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B0D6-6411-20ED-990C-FB01C1C7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50C3E3-01FB-CEA5-28BE-234A461C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7086600" cy="45720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Limitations and Model Mitigations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8289CD-72B5-9E14-8900-12231258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31703-D3F0-CFC5-AF27-2509BCCB7A57}"/>
              </a:ext>
            </a:extLst>
          </p:cNvPr>
          <p:cNvSpPr txBox="1"/>
          <p:nvPr/>
        </p:nvSpPr>
        <p:spPr>
          <a:xfrm>
            <a:off x="1827212" y="1828800"/>
            <a:ext cx="8839200" cy="398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Limitation: Missingness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Mitigation: Imputation method applied to handle missingness while maintaining data integrity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Limitation: Outliers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Mitigation: Evaluated and filtered outliers to reduce influence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Limitation: Class Imbalance/ Skew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Mitigation: Used performance metrics of accuracy, sensitivity, and specificity to limit bias</a:t>
            </a:r>
          </a:p>
        </p:txBody>
      </p:sp>
    </p:spTree>
    <p:extLst>
      <p:ext uri="{BB962C8B-B14F-4D97-AF65-F5344CB8AC3E}">
        <p14:creationId xmlns:p14="http://schemas.microsoft.com/office/powerpoint/2010/main" val="264238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FA8F-F140-23F7-7649-76388462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FB3B80-026E-DA34-2348-C820C340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45720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Descriptions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608283-68BE-69DB-7563-0CCB17CE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D1F88A-C347-6124-B47E-EE6FE63AA9BC}"/>
              </a:ext>
            </a:extLst>
          </p:cNvPr>
          <p:cNvGrpSpPr/>
          <p:nvPr/>
        </p:nvGrpSpPr>
        <p:grpSpPr>
          <a:xfrm>
            <a:off x="2211279" y="1992592"/>
            <a:ext cx="2209856" cy="1325913"/>
            <a:chOff x="48157" y="1034"/>
            <a:chExt cx="2209856" cy="132591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48343C-4293-13BA-5142-F586B8541054}"/>
                </a:ext>
              </a:extLst>
            </p:cNvPr>
            <p:cNvSpPr/>
            <p:nvPr/>
          </p:nvSpPr>
          <p:spPr>
            <a:xfrm>
              <a:off x="48157" y="1034"/>
              <a:ext cx="2209856" cy="132591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E4BBE9-A474-5BCB-DABD-6D59C840AF0B}"/>
                </a:ext>
              </a:extLst>
            </p:cNvPr>
            <p:cNvSpPr txBox="1"/>
            <p:nvPr/>
          </p:nvSpPr>
          <p:spPr>
            <a:xfrm>
              <a:off x="48157" y="1034"/>
              <a:ext cx="2209856" cy="1325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Logistic Regression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Estimates the probability of an outcome using weighted predictor variables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A7B8CA-D41B-71AE-0E69-BF2600E8C46F}"/>
              </a:ext>
            </a:extLst>
          </p:cNvPr>
          <p:cNvGrpSpPr/>
          <p:nvPr/>
        </p:nvGrpSpPr>
        <p:grpSpPr>
          <a:xfrm>
            <a:off x="5103784" y="1992592"/>
            <a:ext cx="2209856" cy="1325913"/>
            <a:chOff x="2478999" y="1034"/>
            <a:chExt cx="2209856" cy="132591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F2DDFF-4CF7-F452-7EEB-DAF3476101F3}"/>
                </a:ext>
              </a:extLst>
            </p:cNvPr>
            <p:cNvSpPr/>
            <p:nvPr/>
          </p:nvSpPr>
          <p:spPr>
            <a:xfrm>
              <a:off x="2478999" y="1034"/>
              <a:ext cx="2209856" cy="132591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840789"/>
                <a:satOff val="-893"/>
                <a:lumOff val="686"/>
                <a:alphaOff val="0"/>
              </a:schemeClr>
            </a:fillRef>
            <a:effectRef idx="0">
              <a:schemeClr val="accent2">
                <a:hueOff val="840789"/>
                <a:satOff val="-893"/>
                <a:lumOff val="68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9B444CF-4F29-5155-0130-12F54DFD3421}"/>
                </a:ext>
              </a:extLst>
            </p:cNvPr>
            <p:cNvSpPr txBox="1"/>
            <p:nvPr/>
          </p:nvSpPr>
          <p:spPr>
            <a:xfrm>
              <a:off x="2478999" y="1034"/>
              <a:ext cx="2209856" cy="1325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Classification Tree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 Splits data into decision rules, forming a tree structure that predicts outcomes based on sequential conditions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2AD63-2EDD-7E67-09F8-5C41D6A26C68}"/>
              </a:ext>
            </a:extLst>
          </p:cNvPr>
          <p:cNvGrpSpPr/>
          <p:nvPr/>
        </p:nvGrpSpPr>
        <p:grpSpPr>
          <a:xfrm>
            <a:off x="7999412" y="1992592"/>
            <a:ext cx="2209856" cy="1325913"/>
            <a:chOff x="4909841" y="1034"/>
            <a:chExt cx="2209856" cy="13259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BC4F3D-783A-E3FA-F200-7140D9B578FD}"/>
                </a:ext>
              </a:extLst>
            </p:cNvPr>
            <p:cNvSpPr/>
            <p:nvPr/>
          </p:nvSpPr>
          <p:spPr>
            <a:xfrm>
              <a:off x="4909841" y="1034"/>
              <a:ext cx="2209856" cy="132591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1681577"/>
                <a:satOff val="-1786"/>
                <a:lumOff val="1372"/>
                <a:alphaOff val="0"/>
              </a:schemeClr>
            </a:fillRef>
            <a:effectRef idx="0">
              <a:schemeClr val="accent2">
                <a:hueOff val="1681577"/>
                <a:satOff val="-1786"/>
                <a:lumOff val="137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F1D691C-6A21-E0BB-834A-FA06F413F329}"/>
                </a:ext>
              </a:extLst>
            </p:cNvPr>
            <p:cNvSpPr txBox="1"/>
            <p:nvPr/>
          </p:nvSpPr>
          <p:spPr>
            <a:xfrm>
              <a:off x="4909841" y="1034"/>
              <a:ext cx="2209856" cy="1325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Random Forest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An ensemble of many decision trees that “vote” on the final prediction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6C2427-F2CA-19C5-5614-5D457DB3254A}"/>
              </a:ext>
            </a:extLst>
          </p:cNvPr>
          <p:cNvGrpSpPr/>
          <p:nvPr/>
        </p:nvGrpSpPr>
        <p:grpSpPr>
          <a:xfrm>
            <a:off x="3316207" y="3581341"/>
            <a:ext cx="2209856" cy="1325913"/>
            <a:chOff x="7340683" y="1034"/>
            <a:chExt cx="2209856" cy="13259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378A55-45BA-A8EB-7680-324424721AFF}"/>
                </a:ext>
              </a:extLst>
            </p:cNvPr>
            <p:cNvSpPr/>
            <p:nvPr/>
          </p:nvSpPr>
          <p:spPr>
            <a:xfrm>
              <a:off x="7340683" y="1034"/>
              <a:ext cx="2209856" cy="132591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2522366"/>
                <a:satOff val="-2679"/>
                <a:lumOff val="2059"/>
                <a:alphaOff val="0"/>
              </a:schemeClr>
            </a:fillRef>
            <a:effectRef idx="0">
              <a:schemeClr val="accent2">
                <a:hueOff val="2522366"/>
                <a:satOff val="-2679"/>
                <a:lumOff val="205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C690D3-3F96-0EF6-A5B7-6C5176B8CAA5}"/>
                </a:ext>
              </a:extLst>
            </p:cNvPr>
            <p:cNvSpPr txBox="1"/>
            <p:nvPr/>
          </p:nvSpPr>
          <p:spPr>
            <a:xfrm>
              <a:off x="7340683" y="1034"/>
              <a:ext cx="2209856" cy="1325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/>
                <a:t>XGBoost</a:t>
              </a:r>
              <a:endParaRPr lang="en-US" kern="1200" dirty="0"/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Builds trees sequentially with each correctly the errors of the previous one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310693D-A20F-920A-BED7-DD642791F4E5}"/>
              </a:ext>
            </a:extLst>
          </p:cNvPr>
          <p:cNvGrpSpPr/>
          <p:nvPr/>
        </p:nvGrpSpPr>
        <p:grpSpPr>
          <a:xfrm>
            <a:off x="6627812" y="3581341"/>
            <a:ext cx="2209856" cy="1325913"/>
            <a:chOff x="3694420" y="1547934"/>
            <a:chExt cx="2209856" cy="132591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869A54-1E9B-70E0-BAFA-508AC025F55C}"/>
                </a:ext>
              </a:extLst>
            </p:cNvPr>
            <p:cNvSpPr/>
            <p:nvPr/>
          </p:nvSpPr>
          <p:spPr>
            <a:xfrm>
              <a:off x="3694420" y="1547934"/>
              <a:ext cx="2209856" cy="132591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3363155"/>
                <a:satOff val="-3572"/>
                <a:lumOff val="2745"/>
                <a:alphaOff val="0"/>
              </a:schemeClr>
            </a:fillRef>
            <a:effectRef idx="0">
              <a:schemeClr val="accent2">
                <a:hueOff val="3363155"/>
                <a:satOff val="-3572"/>
                <a:lumOff val="274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D2D531-8168-0BA0-45D6-C7C5F3714B44}"/>
                </a:ext>
              </a:extLst>
            </p:cNvPr>
            <p:cNvSpPr txBox="1"/>
            <p:nvPr/>
          </p:nvSpPr>
          <p:spPr>
            <a:xfrm>
              <a:off x="3694420" y="1547934"/>
              <a:ext cx="2209856" cy="132591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/>
                <a:t>Neural Network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Composed of interconnected layers of nodes that learn complex patterns through weighted connections and activation functions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64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77212-4385-927B-C28C-1026FA62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4" y="6400800"/>
            <a:ext cx="12185651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343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1A06FCB-70B3-467B-844D-FDD1C317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F7787F-5848-34D3-7E84-0EA114CC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33" y="4550229"/>
            <a:ext cx="10906232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600"/>
              <a:t>Model Results/ Performance Based on Accuracy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D4FD2-0D03-A501-4AB8-B20ACAB0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91" y="640080"/>
            <a:ext cx="7727482" cy="360273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389EDA-ED4B-40B2-833A-12EA658E7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0898" y="5618770"/>
            <a:ext cx="10512861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490EF7B-4973-4D94-B956-D19466CBB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" y="6334316"/>
            <a:ext cx="1218881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9BD99A-99E1-4C7A-9BD0-B5BE94D21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0A8FD-A136-41F8-2D04-CF3884C1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7879" y="6459785"/>
            <a:ext cx="13116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AAEAE4A8-A6E5-453E-B946-FB774B73F48C}" type="slidenum">
              <a:rPr lang="en-US" sz="1050" smtClean="0"/>
              <a:pPr algn="r" defTabSz="914400">
                <a:spcAft>
                  <a:spcPts val="600"/>
                </a:spcAft>
              </a:pPr>
              <a:t>5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09722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97822-BD16-8446-9AE0-4295F789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0C9F63A-5E29-4103-8E3A-D402BF2D7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62E198-FB7D-4B4B-B259-C9EA645F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8882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DA89A7-B168-4B9B-8725-7F6C9CD9B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1A2DFE5-EF38-4E9F-B3CD-1386050B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FEB123-75E1-DE22-1E18-F1797250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5082" y="634946"/>
            <a:ext cx="3371651" cy="50559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100">
                <a:solidFill>
                  <a:schemeClr val="tx1">
                    <a:lumMod val="75000"/>
                    <a:lumOff val="25000"/>
                  </a:schemeClr>
                </a:solidFill>
              </a:rPr>
              <a:t>Model Interpretations and Next Steps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543D92-E6B8-4627-9365-AC3067B80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4931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A7B07AE-457A-42BF-A19C-34559DB55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" y="6334316"/>
            <a:ext cx="1218881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FF35D9-5272-4E31-8324-21E089F2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20A5E6-3D0A-289E-0DAA-38877DD6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7879" y="6459785"/>
            <a:ext cx="131168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AAEAE4A8-A6E5-453E-B946-FB774B73F48C}" type="slidenum">
              <a:rPr lang="en-US" sz="1050" smtClean="0"/>
              <a:pPr algn="r">
                <a:spcAft>
                  <a:spcPts val="600"/>
                </a:spcAft>
              </a:pPr>
              <a:t>6</a:t>
            </a:fld>
            <a:endParaRPr lang="en-US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B906B-33F1-A2DF-0279-C5465B010CBD}"/>
              </a:ext>
            </a:extLst>
          </p:cNvPr>
          <p:cNvSpPr txBox="1"/>
          <p:nvPr/>
        </p:nvSpPr>
        <p:spPr>
          <a:xfrm>
            <a:off x="2894012" y="1828800"/>
            <a:ext cx="6177168" cy="82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64" marR="0" lvl="0" indent="-285664" algn="l" defTabSz="45706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Garamond" panose="02020404030301010803"/>
            </a:endParaRPr>
          </a:p>
          <a:p>
            <a:pPr marL="285664" marR="0" lvl="0" indent="-285664" algn="l" defTabSz="45706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ramond" panose="02020404030301010803"/>
            </a:endParaRP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E8322C81-567A-1656-D865-0F33141F4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104599"/>
              </p:ext>
            </p:extLst>
          </p:nvPr>
        </p:nvGraphicFramePr>
        <p:xfrm>
          <a:off x="633248" y="639763"/>
          <a:ext cx="69085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952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05D3-923B-AAB1-DF97-3601AE7E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C945D4-4D85-3849-C1D4-3C88F903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5715000" cy="457201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D8FE1-38E8-8D6A-84F3-6D898BA5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891F-18A6-95E6-9B01-5309372D5A84}"/>
              </a:ext>
            </a:extLst>
          </p:cNvPr>
          <p:cNvSpPr txBox="1"/>
          <p:nvPr/>
        </p:nvSpPr>
        <p:spPr>
          <a:xfrm>
            <a:off x="2894012" y="1828800"/>
            <a:ext cx="6177168" cy="822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64" marR="0" lvl="0" indent="-285664" algn="l" defTabSz="45706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endParaRPr lang="en-US" dirty="0">
              <a:solidFill>
                <a:prstClr val="black">
                  <a:lumMod val="85000"/>
                  <a:lumOff val="15000"/>
                </a:prstClr>
              </a:solidFill>
              <a:latin typeface="Garamond" panose="02020404030301010803"/>
            </a:endParaRPr>
          </a:p>
          <a:p>
            <a:pPr marL="285664" marR="0" lvl="0" indent="-285664" algn="l" defTabSz="45706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ramond" panose="02020404030301010803"/>
            </a:endParaRPr>
          </a:p>
        </p:txBody>
      </p:sp>
      <p:graphicFrame>
        <p:nvGraphicFramePr>
          <p:cNvPr id="13" name="TextBox 4">
            <a:extLst>
              <a:ext uri="{FF2B5EF4-FFF2-40B4-BE49-F238E27FC236}">
                <a16:creationId xmlns:a16="http://schemas.microsoft.com/office/drawing/2014/main" id="{0F7DFA82-3B1F-75F0-AEE5-677F6AA9C384}"/>
              </a:ext>
            </a:extLst>
          </p:cNvPr>
          <p:cNvGraphicFramePr/>
          <p:nvPr/>
        </p:nvGraphicFramePr>
        <p:xfrm>
          <a:off x="2894012" y="1447800"/>
          <a:ext cx="6177168" cy="4309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36924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720</TotalTime>
  <Words>441</Words>
  <Application>Microsoft Office PowerPoint</Application>
  <PresentationFormat>Custom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Garamond</vt:lpstr>
      <vt:lpstr>Palatino Linotype</vt:lpstr>
      <vt:lpstr>Retrospect</vt:lpstr>
      <vt:lpstr>Product Manufacture Exploration</vt:lpstr>
      <vt:lpstr>Overview</vt:lpstr>
      <vt:lpstr>Data Limitations and Model Mitigations</vt:lpstr>
      <vt:lpstr>Model Descriptions</vt:lpstr>
      <vt:lpstr>Model Results/ Performance Based on Accuracy</vt:lpstr>
      <vt:lpstr>Model Interpretations and Next Steps</vt:lpstr>
      <vt:lpstr>Project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Michele Dowdy Mason</dc:creator>
  <cp:lastModifiedBy>Michele Dowdy Mason</cp:lastModifiedBy>
  <cp:revision>2</cp:revision>
  <dcterms:created xsi:type="dcterms:W3CDTF">2026-06-12T17:10:50Z</dcterms:created>
  <dcterms:modified xsi:type="dcterms:W3CDTF">2026-06-28T23:26:51Z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