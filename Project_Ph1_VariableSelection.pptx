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Lst>
  <p:notesMasterIdLst>
    <p:notesMasterId r:id="rId12"/>
  </p:notesMasterIdLst>
  <p:handoutMasterIdLst>
    <p:handoutMasterId r:id="rId13"/>
  </p:handoutMasterIdLst>
  <p:sldIdLst>
    <p:sldId id="257" r:id="rId5"/>
    <p:sldId id="286" r:id="rId6"/>
    <p:sldId id="291" r:id="rId7"/>
    <p:sldId id="292" r:id="rId8"/>
    <p:sldId id="284" r:id="rId9"/>
    <p:sldId id="289" r:id="rId10"/>
    <p:sldId id="293"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903334-3A6B-4FA3-8689-1FB46C3E5348}" v="58" dt="2026-06-13T19:16:37.244"/>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167" autoAdjust="0"/>
  </p:normalViewPr>
  <p:slideViewPr>
    <p:cSldViewPr showGuides="1">
      <p:cViewPr varScale="1">
        <p:scale>
          <a:sx n="96" d="100"/>
          <a:sy n="96" d="100"/>
        </p:scale>
        <p:origin x="1152" y="90"/>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e Dowdy Mason" userId="4554f33240a8a24e" providerId="LiveId" clId="{9CCC909E-D179-482D-B08C-FD362CBF8290}"/>
    <pc:docChg chg="undo redo custSel addSld delSld modSld sldOrd modMainMaster">
      <pc:chgData name="Michele Dowdy Mason" userId="4554f33240a8a24e" providerId="LiveId" clId="{9CCC909E-D179-482D-B08C-FD362CBF8290}" dt="2026-06-14T13:55:11.973" v="6595" actId="208"/>
      <pc:docMkLst>
        <pc:docMk/>
      </pc:docMkLst>
      <pc:sldChg chg="modSp mod">
        <pc:chgData name="Michele Dowdy Mason" userId="4554f33240a8a24e" providerId="LiveId" clId="{9CCC909E-D179-482D-B08C-FD362CBF8290}" dt="2026-06-13T02:20:38.581" v="2423"/>
        <pc:sldMkLst>
          <pc:docMk/>
          <pc:sldMk cId="3658128150" sldId="257"/>
        </pc:sldMkLst>
        <pc:spChg chg="mod">
          <ac:chgData name="Michele Dowdy Mason" userId="4554f33240a8a24e" providerId="LiveId" clId="{9CCC909E-D179-482D-B08C-FD362CBF8290}" dt="2026-06-13T02:20:38.581" v="2423"/>
          <ac:spMkLst>
            <pc:docMk/>
            <pc:sldMk cId="3658128150" sldId="257"/>
            <ac:spMk id="3" creationId="{00000000-0000-0000-0000-000000000000}"/>
          </ac:spMkLst>
        </pc:spChg>
        <pc:spChg chg="mod">
          <ac:chgData name="Michele Dowdy Mason" userId="4554f33240a8a24e" providerId="LiveId" clId="{9CCC909E-D179-482D-B08C-FD362CBF8290}" dt="2026-06-13T02:20:38.581" v="2423"/>
          <ac:spMkLst>
            <pc:docMk/>
            <pc:sldMk cId="3658128150" sldId="257"/>
            <ac:spMk id="4" creationId="{00000000-0000-0000-0000-000000000000}"/>
          </ac:spMkLst>
        </pc:spChg>
      </pc:sldChg>
      <pc:sldChg chg="modSp del mod ord">
        <pc:chgData name="Michele Dowdy Mason" userId="4554f33240a8a24e" providerId="LiveId" clId="{9CCC909E-D179-482D-B08C-FD362CBF8290}" dt="2026-06-13T19:04:26.307" v="5518" actId="2696"/>
        <pc:sldMkLst>
          <pc:docMk/>
          <pc:sldMk cId="1637310646" sldId="258"/>
        </pc:sldMkLst>
        <pc:spChg chg="mod">
          <ac:chgData name="Michele Dowdy Mason" userId="4554f33240a8a24e" providerId="LiveId" clId="{9CCC909E-D179-482D-B08C-FD362CBF8290}" dt="2026-06-13T02:20:38.663" v="2424" actId="27636"/>
          <ac:spMkLst>
            <pc:docMk/>
            <pc:sldMk cId="1637310646" sldId="258"/>
            <ac:spMk id="2" creationId="{00000000-0000-0000-0000-000000000000}"/>
          </ac:spMkLst>
        </pc:spChg>
        <pc:spChg chg="mod">
          <ac:chgData name="Michele Dowdy Mason" userId="4554f33240a8a24e" providerId="LiveId" clId="{9CCC909E-D179-482D-B08C-FD362CBF8290}" dt="2026-06-13T02:20:38.581" v="2423"/>
          <ac:spMkLst>
            <pc:docMk/>
            <pc:sldMk cId="1637310646" sldId="258"/>
            <ac:spMk id="3" creationId="{00000000-0000-0000-0000-000000000000}"/>
          </ac:spMkLst>
        </pc:spChg>
        <pc:spChg chg="mod">
          <ac:chgData name="Michele Dowdy Mason" userId="4554f33240a8a24e" providerId="LiveId" clId="{9CCC909E-D179-482D-B08C-FD362CBF8290}" dt="2026-06-13T02:20:38.581" v="2423"/>
          <ac:spMkLst>
            <pc:docMk/>
            <pc:sldMk cId="1637310646" sldId="258"/>
            <ac:spMk id="14" creationId="{7B95A416-05FC-CE36-FB78-577BDA375306}"/>
          </ac:spMkLst>
        </pc:spChg>
      </pc:sldChg>
      <pc:sldChg chg="modSp del mod ord">
        <pc:chgData name="Michele Dowdy Mason" userId="4554f33240a8a24e" providerId="LiveId" clId="{9CCC909E-D179-482D-B08C-FD362CBF8290}" dt="2026-06-13T19:04:39.745" v="5521" actId="2696"/>
        <pc:sldMkLst>
          <pc:docMk/>
          <pc:sldMk cId="1325608595" sldId="264"/>
        </pc:sldMkLst>
        <pc:spChg chg="mod">
          <ac:chgData name="Michele Dowdy Mason" userId="4554f33240a8a24e" providerId="LiveId" clId="{9CCC909E-D179-482D-B08C-FD362CBF8290}" dt="2026-06-13T02:20:38.670" v="2425" actId="27636"/>
          <ac:spMkLst>
            <pc:docMk/>
            <pc:sldMk cId="1325608595" sldId="264"/>
            <ac:spMk id="3" creationId="{22788C46-D0BC-4307-AE55-7601A139E7CB}"/>
          </ac:spMkLst>
        </pc:spChg>
        <pc:spChg chg="mod">
          <ac:chgData name="Michele Dowdy Mason" userId="4554f33240a8a24e" providerId="LiveId" clId="{9CCC909E-D179-482D-B08C-FD362CBF8290}" dt="2026-06-13T02:20:38.581" v="2423"/>
          <ac:spMkLst>
            <pc:docMk/>
            <pc:sldMk cId="1325608595" sldId="264"/>
            <ac:spMk id="6" creationId="{D8B68A17-565E-5F07-D76E-981C2E327304}"/>
          </ac:spMkLst>
        </pc:spChg>
      </pc:sldChg>
      <pc:sldChg chg="modSp del ord">
        <pc:chgData name="Michele Dowdy Mason" userId="4554f33240a8a24e" providerId="LiveId" clId="{9CCC909E-D179-482D-B08C-FD362CBF8290}" dt="2026-06-13T19:04:14.637" v="5516" actId="2696"/>
        <pc:sldMkLst>
          <pc:docMk/>
          <pc:sldMk cId="4212917468" sldId="268"/>
        </pc:sldMkLst>
        <pc:spChg chg="mod">
          <ac:chgData name="Michele Dowdy Mason" userId="4554f33240a8a24e" providerId="LiveId" clId="{9CCC909E-D179-482D-B08C-FD362CBF8290}" dt="2026-06-13T02:20:38.581" v="2423"/>
          <ac:spMkLst>
            <pc:docMk/>
            <pc:sldMk cId="4212917468" sldId="268"/>
            <ac:spMk id="2" creationId="{F96F75DE-8A44-4EC5-83C6-95BDDF10DFD9}"/>
          </ac:spMkLst>
        </pc:spChg>
        <pc:spChg chg="mod">
          <ac:chgData name="Michele Dowdy Mason" userId="4554f33240a8a24e" providerId="LiveId" clId="{9CCC909E-D179-482D-B08C-FD362CBF8290}" dt="2026-06-13T02:20:38.581" v="2423"/>
          <ac:spMkLst>
            <pc:docMk/>
            <pc:sldMk cId="4212917468" sldId="268"/>
            <ac:spMk id="3" creationId="{5C864D93-77B3-30E7-82AA-970D214ABF89}"/>
          </ac:spMkLst>
        </pc:spChg>
      </pc:sldChg>
      <pc:sldChg chg="modSp del">
        <pc:chgData name="Michele Dowdy Mason" userId="4554f33240a8a24e" providerId="LiveId" clId="{9CCC909E-D179-482D-B08C-FD362CBF8290}" dt="2026-06-13T19:04:18.860" v="5517" actId="2696"/>
        <pc:sldMkLst>
          <pc:docMk/>
          <pc:sldMk cId="2563119616" sldId="274"/>
        </pc:sldMkLst>
        <pc:spChg chg="mod">
          <ac:chgData name="Michele Dowdy Mason" userId="4554f33240a8a24e" providerId="LiveId" clId="{9CCC909E-D179-482D-B08C-FD362CBF8290}" dt="2026-06-13T02:20:38.581" v="2423"/>
          <ac:spMkLst>
            <pc:docMk/>
            <pc:sldMk cId="2563119616" sldId="274"/>
            <ac:spMk id="2" creationId="{19256B7E-1633-44AB-8584-82DF5B726834}"/>
          </ac:spMkLst>
        </pc:spChg>
        <pc:spChg chg="mod">
          <ac:chgData name="Michele Dowdy Mason" userId="4554f33240a8a24e" providerId="LiveId" clId="{9CCC909E-D179-482D-B08C-FD362CBF8290}" dt="2026-06-13T02:20:38.581" v="2423"/>
          <ac:spMkLst>
            <pc:docMk/>
            <pc:sldMk cId="2563119616" sldId="274"/>
            <ac:spMk id="4" creationId="{950677C9-3E42-427F-93B8-526692906471}"/>
          </ac:spMkLst>
        </pc:spChg>
        <pc:spChg chg="mod">
          <ac:chgData name="Michele Dowdy Mason" userId="4554f33240a8a24e" providerId="LiveId" clId="{9CCC909E-D179-482D-B08C-FD362CBF8290}" dt="2026-06-13T02:20:38.581" v="2423"/>
          <ac:spMkLst>
            <pc:docMk/>
            <pc:sldMk cId="2563119616" sldId="274"/>
            <ac:spMk id="5" creationId="{BDB9D020-1E25-453D-83DF-1420ACD3968D}"/>
          </ac:spMkLst>
        </pc:spChg>
        <pc:spChg chg="mod">
          <ac:chgData name="Michele Dowdy Mason" userId="4554f33240a8a24e" providerId="LiveId" clId="{9CCC909E-D179-482D-B08C-FD362CBF8290}" dt="2026-06-13T02:20:38.581" v="2423"/>
          <ac:spMkLst>
            <pc:docMk/>
            <pc:sldMk cId="2563119616" sldId="274"/>
            <ac:spMk id="20" creationId="{BA555B0A-8433-E13F-E91D-38D1D51F216E}"/>
          </ac:spMkLst>
        </pc:spChg>
      </pc:sldChg>
      <pc:sldChg chg="modSp del">
        <pc:chgData name="Michele Dowdy Mason" userId="4554f33240a8a24e" providerId="LiveId" clId="{9CCC909E-D179-482D-B08C-FD362CBF8290}" dt="2026-06-13T19:04:35.638" v="5520" actId="2696"/>
        <pc:sldMkLst>
          <pc:docMk/>
          <pc:sldMk cId="3103683689" sldId="277"/>
        </pc:sldMkLst>
        <pc:spChg chg="mod">
          <ac:chgData name="Michele Dowdy Mason" userId="4554f33240a8a24e" providerId="LiveId" clId="{9CCC909E-D179-482D-B08C-FD362CBF8290}" dt="2026-06-13T02:20:38.581" v="2423"/>
          <ac:spMkLst>
            <pc:docMk/>
            <pc:sldMk cId="3103683689" sldId="277"/>
            <ac:spMk id="2" creationId="{69FAE308-3076-43DB-B834-DA0B0AE19AF9}"/>
          </ac:spMkLst>
        </pc:spChg>
        <pc:spChg chg="mod">
          <ac:chgData name="Michele Dowdy Mason" userId="4554f33240a8a24e" providerId="LiveId" clId="{9CCC909E-D179-482D-B08C-FD362CBF8290}" dt="2026-06-13T02:20:38.581" v="2423"/>
          <ac:spMkLst>
            <pc:docMk/>
            <pc:sldMk cId="3103683689" sldId="277"/>
            <ac:spMk id="3" creationId="{BABC2CE0-8806-4B2A-A10A-32984D317434}"/>
          </ac:spMkLst>
        </pc:spChg>
      </pc:sldChg>
      <pc:sldChg chg="modSp del ord">
        <pc:chgData name="Michele Dowdy Mason" userId="4554f33240a8a24e" providerId="LiveId" clId="{9CCC909E-D179-482D-B08C-FD362CBF8290}" dt="2026-06-13T19:04:30.295" v="5519" actId="2696"/>
        <pc:sldMkLst>
          <pc:docMk/>
          <pc:sldMk cId="546413047" sldId="279"/>
        </pc:sldMkLst>
        <pc:spChg chg="mod">
          <ac:chgData name="Michele Dowdy Mason" userId="4554f33240a8a24e" providerId="LiveId" clId="{9CCC909E-D179-482D-B08C-FD362CBF8290}" dt="2026-06-13T02:20:38.581" v="2423"/>
          <ac:spMkLst>
            <pc:docMk/>
            <pc:sldMk cId="546413047" sldId="279"/>
            <ac:spMk id="2" creationId="{00000000-0000-0000-0000-000000000000}"/>
          </ac:spMkLst>
        </pc:spChg>
        <pc:spChg chg="mod">
          <ac:chgData name="Michele Dowdy Mason" userId="4554f33240a8a24e" providerId="LiveId" clId="{9CCC909E-D179-482D-B08C-FD362CBF8290}" dt="2026-06-13T02:20:38.581" v="2423"/>
          <ac:spMkLst>
            <pc:docMk/>
            <pc:sldMk cId="546413047" sldId="279"/>
            <ac:spMk id="3" creationId="{00000000-0000-0000-0000-000000000000}"/>
          </ac:spMkLst>
        </pc:spChg>
      </pc:sldChg>
      <pc:sldChg chg="addSp delSp modSp del mod ord setBg">
        <pc:chgData name="Michele Dowdy Mason" userId="4554f33240a8a24e" providerId="LiveId" clId="{9CCC909E-D179-482D-B08C-FD362CBF8290}" dt="2026-06-13T19:19:00.481" v="5869" actId="2696"/>
        <pc:sldMkLst>
          <pc:docMk/>
          <pc:sldMk cId="3566262167" sldId="281"/>
        </pc:sldMkLst>
        <pc:spChg chg="mod">
          <ac:chgData name="Michele Dowdy Mason" userId="4554f33240a8a24e" providerId="LiveId" clId="{9CCC909E-D179-482D-B08C-FD362CBF8290}" dt="2026-06-13T02:20:38.581" v="2423"/>
          <ac:spMkLst>
            <pc:docMk/>
            <pc:sldMk cId="3566262167" sldId="281"/>
            <ac:spMk id="2" creationId="{19256B7E-1633-44AB-8584-82DF5B726834}"/>
          </ac:spMkLst>
        </pc:spChg>
        <pc:spChg chg="add mod">
          <ac:chgData name="Michele Dowdy Mason" userId="4554f33240a8a24e" providerId="LiveId" clId="{9CCC909E-D179-482D-B08C-FD362CBF8290}" dt="2026-06-13T19:08:52.420" v="5605" actId="767"/>
          <ac:spMkLst>
            <pc:docMk/>
            <pc:sldMk cId="3566262167" sldId="281"/>
            <ac:spMk id="3" creationId="{51585EF6-FF52-4533-80E2-C08D742B528A}"/>
          </ac:spMkLst>
        </pc:spChg>
        <pc:spChg chg="del mod">
          <ac:chgData name="Michele Dowdy Mason" userId="4554f33240a8a24e" providerId="LiveId" clId="{9CCC909E-D179-482D-B08C-FD362CBF8290}" dt="2026-06-13T18:28:30.226" v="5300" actId="478"/>
          <ac:spMkLst>
            <pc:docMk/>
            <pc:sldMk cId="3566262167" sldId="281"/>
            <ac:spMk id="4" creationId="{950677C9-3E42-427F-93B8-526692906471}"/>
          </ac:spMkLst>
        </pc:spChg>
        <pc:spChg chg="mod">
          <ac:chgData name="Michele Dowdy Mason" userId="4554f33240a8a24e" providerId="LiveId" clId="{9CCC909E-D179-482D-B08C-FD362CBF8290}" dt="2026-06-13T19:13:25.667" v="5809" actId="20577"/>
          <ac:spMkLst>
            <pc:docMk/>
            <pc:sldMk cId="3566262167" sldId="281"/>
            <ac:spMk id="5" creationId="{BDB9D020-1E25-453D-83DF-1420ACD3968D}"/>
          </ac:spMkLst>
        </pc:spChg>
        <pc:spChg chg="add del mod">
          <ac:chgData name="Michele Dowdy Mason" userId="4554f33240a8a24e" providerId="LiveId" clId="{9CCC909E-D179-482D-B08C-FD362CBF8290}" dt="2026-06-13T18:28:37.438" v="5301" actId="478"/>
          <ac:spMkLst>
            <pc:docMk/>
            <pc:sldMk cId="3566262167" sldId="281"/>
            <ac:spMk id="6" creationId="{B32C1036-1FCA-91B4-6D55-8A91463B06C9}"/>
          </ac:spMkLst>
        </pc:spChg>
        <pc:spChg chg="mod">
          <ac:chgData name="Michele Dowdy Mason" userId="4554f33240a8a24e" providerId="LiveId" clId="{9CCC909E-D179-482D-B08C-FD362CBF8290}" dt="2026-06-13T02:20:38.581" v="2423"/>
          <ac:spMkLst>
            <pc:docMk/>
            <pc:sldMk cId="3566262167" sldId="281"/>
            <ac:spMk id="11" creationId="{224FE9DD-2E30-5EFA-8B09-7AFDB29EFBD1}"/>
          </ac:spMkLst>
        </pc:spChg>
      </pc:sldChg>
      <pc:sldChg chg="addSp delSp modSp mod modNotesTx">
        <pc:chgData name="Michele Dowdy Mason" userId="4554f33240a8a24e" providerId="LiveId" clId="{9CCC909E-D179-482D-B08C-FD362CBF8290}" dt="2026-06-14T13:52:43.270" v="6587" actId="1076"/>
        <pc:sldMkLst>
          <pc:docMk/>
          <pc:sldMk cId="570957648" sldId="284"/>
        </pc:sldMkLst>
        <pc:spChg chg="add mod">
          <ac:chgData name="Michele Dowdy Mason" userId="4554f33240a8a24e" providerId="LiveId" clId="{9CCC909E-D179-482D-B08C-FD362CBF8290}" dt="2026-06-14T13:50:56.603" v="6497" actId="1076"/>
          <ac:spMkLst>
            <pc:docMk/>
            <pc:sldMk cId="570957648" sldId="284"/>
            <ac:spMk id="2" creationId="{A523222E-B7F7-310C-B08A-67CBF9622CB7}"/>
          </ac:spMkLst>
        </pc:spChg>
        <pc:spChg chg="mod">
          <ac:chgData name="Michele Dowdy Mason" userId="4554f33240a8a24e" providerId="LiveId" clId="{9CCC909E-D179-482D-B08C-FD362CBF8290}" dt="2026-06-13T02:20:38.581" v="2423"/>
          <ac:spMkLst>
            <pc:docMk/>
            <pc:sldMk cId="570957648" sldId="284"/>
            <ac:spMk id="3" creationId="{D5D044B4-49AD-20F7-17BB-E5A0C27444E0}"/>
          </ac:spMkLst>
        </pc:spChg>
        <pc:spChg chg="mod">
          <ac:chgData name="Michele Dowdy Mason" userId="4554f33240a8a24e" providerId="LiveId" clId="{9CCC909E-D179-482D-B08C-FD362CBF8290}" dt="2026-06-12T18:21:48.792" v="1420" actId="27636"/>
          <ac:spMkLst>
            <pc:docMk/>
            <pc:sldMk cId="570957648" sldId="284"/>
            <ac:spMk id="4" creationId="{2FC717FE-BCED-84E0-51E6-EE31F0348F07}"/>
          </ac:spMkLst>
        </pc:spChg>
        <pc:spChg chg="add mod">
          <ac:chgData name="Michele Dowdy Mason" userId="4554f33240a8a24e" providerId="LiveId" clId="{9CCC909E-D179-482D-B08C-FD362CBF8290}" dt="2026-06-13T23:03:58.870" v="6022" actId="208"/>
          <ac:spMkLst>
            <pc:docMk/>
            <pc:sldMk cId="570957648" sldId="284"/>
            <ac:spMk id="5" creationId="{409AAA3E-0135-78E1-8CDD-C6C9F554543E}"/>
          </ac:spMkLst>
        </pc:spChg>
        <pc:spChg chg="add mod">
          <ac:chgData name="Michele Dowdy Mason" userId="4554f33240a8a24e" providerId="LiveId" clId="{9CCC909E-D179-482D-B08C-FD362CBF8290}" dt="2026-06-14T13:52:43.270" v="6587" actId="1076"/>
          <ac:spMkLst>
            <pc:docMk/>
            <pc:sldMk cId="570957648" sldId="284"/>
            <ac:spMk id="6" creationId="{6B4D28C2-0F92-FD59-7317-2BE4D7A75E44}"/>
          </ac:spMkLst>
        </pc:spChg>
        <pc:picChg chg="add mod">
          <ac:chgData name="Michele Dowdy Mason" userId="4554f33240a8a24e" providerId="LiveId" clId="{9CCC909E-D179-482D-B08C-FD362CBF8290}" dt="2026-06-13T23:05:44.070" v="6028" actId="208"/>
          <ac:picMkLst>
            <pc:docMk/>
            <pc:sldMk cId="570957648" sldId="284"/>
            <ac:picMk id="10" creationId="{19CF9BC7-643D-6694-63DF-CFA8143F21DC}"/>
          </ac:picMkLst>
        </pc:picChg>
        <pc:picChg chg="add mod">
          <ac:chgData name="Michele Dowdy Mason" userId="4554f33240a8a24e" providerId="LiveId" clId="{9CCC909E-D179-482D-B08C-FD362CBF8290}" dt="2026-06-13T23:05:45.937" v="6030" actId="208"/>
          <ac:picMkLst>
            <pc:docMk/>
            <pc:sldMk cId="570957648" sldId="284"/>
            <ac:picMk id="12" creationId="{4CDCA0CA-D193-616D-A14F-0793967617EA}"/>
          </ac:picMkLst>
        </pc:picChg>
        <pc:picChg chg="add mod">
          <ac:chgData name="Michele Dowdy Mason" userId="4554f33240a8a24e" providerId="LiveId" clId="{9CCC909E-D179-482D-B08C-FD362CBF8290}" dt="2026-06-13T23:05:44.904" v="6029" actId="208"/>
          <ac:picMkLst>
            <pc:docMk/>
            <pc:sldMk cId="570957648" sldId="284"/>
            <ac:picMk id="14" creationId="{4C506E55-AF13-CB3C-9E05-DBE881CDD84F}"/>
          </ac:picMkLst>
        </pc:picChg>
        <pc:picChg chg="add mod">
          <ac:chgData name="Michele Dowdy Mason" userId="4554f33240a8a24e" providerId="LiveId" clId="{9CCC909E-D179-482D-B08C-FD362CBF8290}" dt="2026-06-12T19:34:32.771" v="1905" actId="1076"/>
          <ac:picMkLst>
            <pc:docMk/>
            <pc:sldMk cId="570957648" sldId="284"/>
            <ac:picMk id="16" creationId="{33E066F6-821C-7A38-27C9-D271441A7FD4}"/>
          </ac:picMkLst>
        </pc:picChg>
        <pc:picChg chg="add mod">
          <ac:chgData name="Michele Dowdy Mason" userId="4554f33240a8a24e" providerId="LiveId" clId="{9CCC909E-D179-482D-B08C-FD362CBF8290}" dt="2026-06-12T19:35:44.771" v="1914" actId="1076"/>
          <ac:picMkLst>
            <pc:docMk/>
            <pc:sldMk cId="570957648" sldId="284"/>
            <ac:picMk id="18" creationId="{1053C735-B729-D30E-673A-491313080D0C}"/>
          </ac:picMkLst>
        </pc:picChg>
        <pc:picChg chg="add mod">
          <ac:chgData name="Michele Dowdy Mason" userId="4554f33240a8a24e" providerId="LiveId" clId="{9CCC909E-D179-482D-B08C-FD362CBF8290}" dt="2026-06-13T17:44:49.651" v="3394" actId="14100"/>
          <ac:picMkLst>
            <pc:docMk/>
            <pc:sldMk cId="570957648" sldId="284"/>
            <ac:picMk id="22" creationId="{15AB77C6-3945-D293-271B-54A68326A0D9}"/>
          </ac:picMkLst>
        </pc:picChg>
      </pc:sldChg>
      <pc:sldChg chg="addSp delSp modSp del mod modNotesTx">
        <pc:chgData name="Michele Dowdy Mason" userId="4554f33240a8a24e" providerId="LiveId" clId="{9CCC909E-D179-482D-B08C-FD362CBF8290}" dt="2026-06-13T02:17:32.631" v="2393" actId="2696"/>
        <pc:sldMkLst>
          <pc:docMk/>
          <pc:sldMk cId="516895472" sldId="285"/>
        </pc:sldMkLst>
        <pc:spChg chg="add mod ord">
          <ac:chgData name="Michele Dowdy Mason" userId="4554f33240a8a24e" providerId="LiveId" clId="{9CCC909E-D179-482D-B08C-FD362CBF8290}" dt="2026-06-13T01:58:36.523" v="2092" actId="27107"/>
          <ac:spMkLst>
            <pc:docMk/>
            <pc:sldMk cId="516895472" sldId="285"/>
            <ac:spMk id="2" creationId="{AD54DA1D-00E7-7C65-FDA3-AAB96E6EEC86}"/>
          </ac:spMkLst>
        </pc:spChg>
      </pc:sldChg>
      <pc:sldChg chg="addSp delSp modSp add mod ord modClrScheme chgLayout modNotesTx">
        <pc:chgData name="Michele Dowdy Mason" userId="4554f33240a8a24e" providerId="LiveId" clId="{9CCC909E-D179-482D-B08C-FD362CBF8290}" dt="2026-06-14T13:53:55.643" v="6593" actId="1076"/>
        <pc:sldMkLst>
          <pc:docMk/>
          <pc:sldMk cId="3060001204" sldId="286"/>
        </pc:sldMkLst>
        <pc:spChg chg="add del mod">
          <ac:chgData name="Michele Dowdy Mason" userId="4554f33240a8a24e" providerId="LiveId" clId="{9CCC909E-D179-482D-B08C-FD362CBF8290}" dt="2026-06-13T02:33:18.249" v="2738" actId="11529"/>
          <ac:spMkLst>
            <pc:docMk/>
            <pc:sldMk cId="3060001204" sldId="286"/>
            <ac:spMk id="2" creationId="{F45DC9A7-0FBB-1E52-4088-BE1BF8B4C0B4}"/>
          </ac:spMkLst>
        </pc:spChg>
        <pc:spChg chg="mod">
          <ac:chgData name="Michele Dowdy Mason" userId="4554f33240a8a24e" providerId="LiveId" clId="{9CCC909E-D179-482D-B08C-FD362CBF8290}" dt="2026-06-13T02:20:38.581" v="2423"/>
          <ac:spMkLst>
            <pc:docMk/>
            <pc:sldMk cId="3060001204" sldId="286"/>
            <ac:spMk id="3" creationId="{6F6D3304-1657-CB34-D654-EF890362ECC4}"/>
          </ac:spMkLst>
        </pc:spChg>
        <pc:spChg chg="mod">
          <ac:chgData name="Michele Dowdy Mason" userId="4554f33240a8a24e" providerId="LiveId" clId="{9CCC909E-D179-482D-B08C-FD362CBF8290}" dt="2026-06-13T02:13:16.636" v="2362" actId="20577"/>
          <ac:spMkLst>
            <pc:docMk/>
            <pc:sldMk cId="3060001204" sldId="286"/>
            <ac:spMk id="4" creationId="{00DFC506-91FD-851C-B5BE-BE261BCE6C36}"/>
          </ac:spMkLst>
        </pc:spChg>
        <pc:spChg chg="mod">
          <ac:chgData name="Michele Dowdy Mason" userId="4554f33240a8a24e" providerId="LiveId" clId="{9CCC909E-D179-482D-B08C-FD362CBF8290}" dt="2026-06-13T23:05:02.520" v="6024" actId="27107"/>
          <ac:spMkLst>
            <pc:docMk/>
            <pc:sldMk cId="3060001204" sldId="286"/>
            <ac:spMk id="5" creationId="{F1A40F3F-E6D0-002C-FA99-364B0F217DE9}"/>
          </ac:spMkLst>
        </pc:spChg>
        <pc:spChg chg="add del">
          <ac:chgData name="Michele Dowdy Mason" userId="4554f33240a8a24e" providerId="LiveId" clId="{9CCC909E-D179-482D-B08C-FD362CBF8290}" dt="2026-06-13T02:15:25.760" v="2376" actId="22"/>
          <ac:spMkLst>
            <pc:docMk/>
            <pc:sldMk cId="3060001204" sldId="286"/>
            <ac:spMk id="8" creationId="{EC8F77EC-EDF5-7CFE-A599-6B860122B53D}"/>
          </ac:spMkLst>
        </pc:spChg>
        <pc:spChg chg="add del mod">
          <ac:chgData name="Michele Dowdy Mason" userId="4554f33240a8a24e" providerId="LiveId" clId="{9CCC909E-D179-482D-B08C-FD362CBF8290}" dt="2026-06-13T17:56:36.585" v="3947" actId="478"/>
          <ac:spMkLst>
            <pc:docMk/>
            <pc:sldMk cId="3060001204" sldId="286"/>
            <ac:spMk id="10" creationId="{DBD9C3C6-F128-E260-7CD3-50DBBD1F7309}"/>
          </ac:spMkLst>
        </pc:spChg>
        <pc:spChg chg="add mod">
          <ac:chgData name="Michele Dowdy Mason" userId="4554f33240a8a24e" providerId="LiveId" clId="{9CCC909E-D179-482D-B08C-FD362CBF8290}" dt="2026-06-13T23:13:29.497" v="6244" actId="20577"/>
          <ac:spMkLst>
            <pc:docMk/>
            <pc:sldMk cId="3060001204" sldId="286"/>
            <ac:spMk id="13" creationId="{9B2C75DE-CDF8-B891-56DA-C41EC7AB669E}"/>
          </ac:spMkLst>
        </pc:spChg>
        <pc:picChg chg="add del mod ord">
          <ac:chgData name="Michele Dowdy Mason" userId="4554f33240a8a24e" providerId="LiveId" clId="{9CCC909E-D179-482D-B08C-FD362CBF8290}" dt="2026-06-13T17:56:44.527" v="3948" actId="478"/>
          <ac:picMkLst>
            <pc:docMk/>
            <pc:sldMk cId="3060001204" sldId="286"/>
            <ac:picMk id="6" creationId="{1DDE96DD-1344-6510-A7AE-4F50E46D28C9}"/>
          </ac:picMkLst>
        </pc:picChg>
        <pc:picChg chg="add mod">
          <ac:chgData name="Michele Dowdy Mason" userId="4554f33240a8a24e" providerId="LiveId" clId="{9CCC909E-D179-482D-B08C-FD362CBF8290}" dt="2026-06-14T13:53:51.137" v="6591" actId="1076"/>
          <ac:picMkLst>
            <pc:docMk/>
            <pc:sldMk cId="3060001204" sldId="286"/>
            <ac:picMk id="7" creationId="{CF4DF40E-A030-1342-D314-2BBE14E95C38}"/>
          </ac:picMkLst>
        </pc:picChg>
        <pc:picChg chg="add mod">
          <ac:chgData name="Michele Dowdy Mason" userId="4554f33240a8a24e" providerId="LiveId" clId="{9CCC909E-D179-482D-B08C-FD362CBF8290}" dt="2026-06-14T13:53:55.643" v="6593" actId="1076"/>
          <ac:picMkLst>
            <pc:docMk/>
            <pc:sldMk cId="3060001204" sldId="286"/>
            <ac:picMk id="9" creationId="{A52C6421-D259-2628-D77A-D34BB669FB0B}"/>
          </ac:picMkLst>
        </pc:picChg>
        <pc:picChg chg="add mod">
          <ac:chgData name="Michele Dowdy Mason" userId="4554f33240a8a24e" providerId="LiveId" clId="{9CCC909E-D179-482D-B08C-FD362CBF8290}" dt="2026-06-14T13:53:53.441" v="6592" actId="1076"/>
          <ac:picMkLst>
            <pc:docMk/>
            <pc:sldMk cId="3060001204" sldId="286"/>
            <ac:picMk id="12" creationId="{C3172E87-BD77-D9CC-7444-5FB176D61603}"/>
          </ac:picMkLst>
        </pc:picChg>
      </pc:sldChg>
      <pc:sldChg chg="modSp add del mod modNotesTx">
        <pc:chgData name="Michele Dowdy Mason" userId="4554f33240a8a24e" providerId="LiveId" clId="{9CCC909E-D179-482D-B08C-FD362CBF8290}" dt="2026-06-13T19:04:09.953" v="5515" actId="2696"/>
        <pc:sldMkLst>
          <pc:docMk/>
          <pc:sldMk cId="3468253716" sldId="287"/>
        </pc:sldMkLst>
        <pc:spChg chg="mod">
          <ac:chgData name="Michele Dowdy Mason" userId="4554f33240a8a24e" providerId="LiveId" clId="{9CCC909E-D179-482D-B08C-FD362CBF8290}" dt="2026-06-13T02:20:38.581" v="2423"/>
          <ac:spMkLst>
            <pc:docMk/>
            <pc:sldMk cId="3468253716" sldId="287"/>
            <ac:spMk id="3" creationId="{80215832-2007-B679-A874-9FE0E475A5E3}"/>
          </ac:spMkLst>
        </pc:spChg>
        <pc:spChg chg="mod">
          <ac:chgData name="Michele Dowdy Mason" userId="4554f33240a8a24e" providerId="LiveId" clId="{9CCC909E-D179-482D-B08C-FD362CBF8290}" dt="2026-06-13T02:27:38.591" v="2691" actId="14100"/>
          <ac:spMkLst>
            <pc:docMk/>
            <pc:sldMk cId="3468253716" sldId="287"/>
            <ac:spMk id="5" creationId="{4FB78815-F110-1182-5D23-551CA13718C6}"/>
          </ac:spMkLst>
        </pc:spChg>
      </pc:sldChg>
      <pc:sldChg chg="modSp add del mod modNotesTx">
        <pc:chgData name="Michele Dowdy Mason" userId="4554f33240a8a24e" providerId="LiveId" clId="{9CCC909E-D179-482D-B08C-FD362CBF8290}" dt="2026-06-13T19:03:59.959" v="5514" actId="2696"/>
        <pc:sldMkLst>
          <pc:docMk/>
          <pc:sldMk cId="1301639963" sldId="288"/>
        </pc:sldMkLst>
        <pc:spChg chg="mod">
          <ac:chgData name="Michele Dowdy Mason" userId="4554f33240a8a24e" providerId="LiveId" clId="{9CCC909E-D179-482D-B08C-FD362CBF8290}" dt="2026-06-13T02:20:38.581" v="2423"/>
          <ac:spMkLst>
            <pc:docMk/>
            <pc:sldMk cId="1301639963" sldId="288"/>
            <ac:spMk id="3" creationId="{318E13DA-F9C0-333C-C4C2-262C97BF1D2E}"/>
          </ac:spMkLst>
        </pc:spChg>
        <pc:spChg chg="mod">
          <ac:chgData name="Michele Dowdy Mason" userId="4554f33240a8a24e" providerId="LiveId" clId="{9CCC909E-D179-482D-B08C-FD362CBF8290}" dt="2026-06-13T02:28:01.686" v="2693" actId="14100"/>
          <ac:spMkLst>
            <pc:docMk/>
            <pc:sldMk cId="1301639963" sldId="288"/>
            <ac:spMk id="5" creationId="{A76A34DC-58C0-045E-262B-6142C76C520E}"/>
          </ac:spMkLst>
        </pc:spChg>
      </pc:sldChg>
      <pc:sldChg chg="addSp delSp modSp add mod modNotesTx">
        <pc:chgData name="Michele Dowdy Mason" userId="4554f33240a8a24e" providerId="LiveId" clId="{9CCC909E-D179-482D-B08C-FD362CBF8290}" dt="2026-06-14T13:55:11.973" v="6595" actId="208"/>
        <pc:sldMkLst>
          <pc:docMk/>
          <pc:sldMk cId="349934855" sldId="289"/>
        </pc:sldMkLst>
        <pc:spChg chg="mod">
          <ac:chgData name="Michele Dowdy Mason" userId="4554f33240a8a24e" providerId="LiveId" clId="{9CCC909E-D179-482D-B08C-FD362CBF8290}" dt="2026-06-13T02:20:38.581" v="2423"/>
          <ac:spMkLst>
            <pc:docMk/>
            <pc:sldMk cId="349934855" sldId="289"/>
            <ac:spMk id="3" creationId="{807A068C-EDEC-264F-8311-21B76E3E3BB3}"/>
          </ac:spMkLst>
        </pc:spChg>
        <pc:spChg chg="mod">
          <ac:chgData name="Michele Dowdy Mason" userId="4554f33240a8a24e" providerId="LiveId" clId="{9CCC909E-D179-482D-B08C-FD362CBF8290}" dt="2026-06-13T23:05:46.969" v="6031" actId="208"/>
          <ac:spMkLst>
            <pc:docMk/>
            <pc:sldMk cId="349934855" sldId="289"/>
            <ac:spMk id="5" creationId="{4D7D1C45-83E7-9DBB-92E6-5CF21B68AED0}"/>
          </ac:spMkLst>
        </pc:spChg>
        <pc:graphicFrameChg chg="add mod">
          <ac:chgData name="Michele Dowdy Mason" userId="4554f33240a8a24e" providerId="LiveId" clId="{9CCC909E-D179-482D-B08C-FD362CBF8290}" dt="2026-06-13T17:16:35.173" v="2831" actId="1076"/>
          <ac:graphicFrameMkLst>
            <pc:docMk/>
            <pc:sldMk cId="349934855" sldId="289"/>
            <ac:graphicFrameMk id="2" creationId="{4419677F-8BF5-54D5-2318-FF8F170AFB03}"/>
          </ac:graphicFrameMkLst>
        </pc:graphicFrameChg>
        <pc:picChg chg="add del mod">
          <ac:chgData name="Michele Dowdy Mason" userId="4554f33240a8a24e" providerId="LiveId" clId="{9CCC909E-D179-482D-B08C-FD362CBF8290}" dt="2026-06-13T23:11:50.237" v="6237" actId="478"/>
          <ac:picMkLst>
            <pc:docMk/>
            <pc:sldMk cId="349934855" sldId="289"/>
            <ac:picMk id="6" creationId="{69B89E45-A8F6-68A5-6E9C-8095A0AD91D2}"/>
          </ac:picMkLst>
        </pc:picChg>
        <pc:picChg chg="add del mod">
          <ac:chgData name="Michele Dowdy Mason" userId="4554f33240a8a24e" providerId="LiveId" clId="{9CCC909E-D179-482D-B08C-FD362CBF8290}" dt="2026-06-13T22:56:12.470" v="5937" actId="478"/>
          <ac:picMkLst>
            <pc:docMk/>
            <pc:sldMk cId="349934855" sldId="289"/>
            <ac:picMk id="7" creationId="{EC62C0CB-43F9-DA14-DF66-37842A00BAB3}"/>
          </ac:picMkLst>
        </pc:picChg>
        <pc:picChg chg="add del mod">
          <ac:chgData name="Michele Dowdy Mason" userId="4554f33240a8a24e" providerId="LiveId" clId="{9CCC909E-D179-482D-B08C-FD362CBF8290}" dt="2026-06-13T22:56:44.533" v="5940" actId="478"/>
          <ac:picMkLst>
            <pc:docMk/>
            <pc:sldMk cId="349934855" sldId="289"/>
            <ac:picMk id="9" creationId="{0D2048D5-83D3-C91B-698D-A4C24F6EF83A}"/>
          </ac:picMkLst>
        </pc:picChg>
        <pc:picChg chg="add del mod">
          <ac:chgData name="Michele Dowdy Mason" userId="4554f33240a8a24e" providerId="LiveId" clId="{9CCC909E-D179-482D-B08C-FD362CBF8290}" dt="2026-06-13T22:57:15.412" v="5944" actId="478"/>
          <ac:picMkLst>
            <pc:docMk/>
            <pc:sldMk cId="349934855" sldId="289"/>
            <ac:picMk id="10" creationId="{8F8033A3-18E2-07F5-08F6-55337FA37E57}"/>
          </ac:picMkLst>
        </pc:picChg>
        <pc:picChg chg="add del">
          <ac:chgData name="Michele Dowdy Mason" userId="4554f33240a8a24e" providerId="LiveId" clId="{9CCC909E-D179-482D-B08C-FD362CBF8290}" dt="2026-06-13T17:21:13.187" v="2838" actId="22"/>
          <ac:picMkLst>
            <pc:docMk/>
            <pc:sldMk cId="349934855" sldId="289"/>
            <ac:picMk id="11" creationId="{D45AB7C4-6208-1521-CE92-2DA581848019}"/>
          </ac:picMkLst>
        </pc:picChg>
        <pc:picChg chg="add del mod">
          <ac:chgData name="Michele Dowdy Mason" userId="4554f33240a8a24e" providerId="LiveId" clId="{9CCC909E-D179-482D-B08C-FD362CBF8290}" dt="2026-06-13T22:58:51.054" v="5948" actId="478"/>
          <ac:picMkLst>
            <pc:docMk/>
            <pc:sldMk cId="349934855" sldId="289"/>
            <ac:picMk id="12" creationId="{935B2BC2-DE66-46BF-6E2C-E264CE9660E7}"/>
          </ac:picMkLst>
        </pc:picChg>
        <pc:picChg chg="add del">
          <ac:chgData name="Michele Dowdy Mason" userId="4554f33240a8a24e" providerId="LiveId" clId="{9CCC909E-D179-482D-B08C-FD362CBF8290}" dt="2026-06-13T17:21:39.063" v="2840" actId="22"/>
          <ac:picMkLst>
            <pc:docMk/>
            <pc:sldMk cId="349934855" sldId="289"/>
            <ac:picMk id="13" creationId="{4B13FA22-C1D4-5E22-F9F1-29EE2B6C9DE7}"/>
          </ac:picMkLst>
        </pc:picChg>
        <pc:picChg chg="add del mod">
          <ac:chgData name="Michele Dowdy Mason" userId="4554f33240a8a24e" providerId="LiveId" clId="{9CCC909E-D179-482D-B08C-FD362CBF8290}" dt="2026-06-13T23:11:52.760" v="6238" actId="478"/>
          <ac:picMkLst>
            <pc:docMk/>
            <pc:sldMk cId="349934855" sldId="289"/>
            <ac:picMk id="14" creationId="{D7EDBC34-B35E-48C0-F34D-25C8DDB26BDA}"/>
          </ac:picMkLst>
        </pc:picChg>
        <pc:picChg chg="add del">
          <ac:chgData name="Michele Dowdy Mason" userId="4554f33240a8a24e" providerId="LiveId" clId="{9CCC909E-D179-482D-B08C-FD362CBF8290}" dt="2026-06-13T17:22:25.626" v="2842" actId="22"/>
          <ac:picMkLst>
            <pc:docMk/>
            <pc:sldMk cId="349934855" sldId="289"/>
            <ac:picMk id="15" creationId="{E9D49815-2458-74BF-526E-C46B2C0A5341}"/>
          </ac:picMkLst>
        </pc:picChg>
        <pc:picChg chg="add mod">
          <ac:chgData name="Michele Dowdy Mason" userId="4554f33240a8a24e" providerId="LiveId" clId="{9CCC909E-D179-482D-B08C-FD362CBF8290}" dt="2026-06-14T13:55:09.689" v="6594" actId="208"/>
          <ac:picMkLst>
            <pc:docMk/>
            <pc:sldMk cId="349934855" sldId="289"/>
            <ac:picMk id="16" creationId="{1337E97A-3EA2-8D20-39BE-0524778AEFBA}"/>
          </ac:picMkLst>
        </pc:picChg>
        <pc:picChg chg="add mod">
          <ac:chgData name="Michele Dowdy Mason" userId="4554f33240a8a24e" providerId="LiveId" clId="{9CCC909E-D179-482D-B08C-FD362CBF8290}" dt="2026-06-13T22:59:33.804" v="5953" actId="1076"/>
          <ac:picMkLst>
            <pc:docMk/>
            <pc:sldMk cId="349934855" sldId="289"/>
            <ac:picMk id="17" creationId="{0715CEC8-5366-B145-237F-11D83707B10D}"/>
          </ac:picMkLst>
        </pc:picChg>
        <pc:picChg chg="add mod">
          <ac:chgData name="Michele Dowdy Mason" userId="4554f33240a8a24e" providerId="LiveId" clId="{9CCC909E-D179-482D-B08C-FD362CBF8290}" dt="2026-06-14T13:55:11.973" v="6595" actId="208"/>
          <ac:picMkLst>
            <pc:docMk/>
            <pc:sldMk cId="349934855" sldId="289"/>
            <ac:picMk id="19" creationId="{71C6CE2A-E8BD-991F-60DB-A7E50281207D}"/>
          </ac:picMkLst>
        </pc:picChg>
      </pc:sldChg>
      <pc:sldChg chg="delSp modSp add del mod ord modNotesTx">
        <pc:chgData name="Michele Dowdy Mason" userId="4554f33240a8a24e" providerId="LiveId" clId="{9CCC909E-D179-482D-B08C-FD362CBF8290}" dt="2026-06-13T18:29:09.395" v="5304" actId="2696"/>
        <pc:sldMkLst>
          <pc:docMk/>
          <pc:sldMk cId="876623565" sldId="290"/>
        </pc:sldMkLst>
        <pc:spChg chg="mod">
          <ac:chgData name="Michele Dowdy Mason" userId="4554f33240a8a24e" providerId="LiveId" clId="{9CCC909E-D179-482D-B08C-FD362CBF8290}" dt="2026-06-13T02:20:38.581" v="2423"/>
          <ac:spMkLst>
            <pc:docMk/>
            <pc:sldMk cId="876623565" sldId="290"/>
            <ac:spMk id="3" creationId="{B1C610F1-7584-FBDF-017E-7E8F73CF49A5}"/>
          </ac:spMkLst>
        </pc:spChg>
        <pc:spChg chg="mod">
          <ac:chgData name="Michele Dowdy Mason" userId="4554f33240a8a24e" providerId="LiveId" clId="{9CCC909E-D179-482D-B08C-FD362CBF8290}" dt="2026-06-13T02:19:50.872" v="2421" actId="20577"/>
          <ac:spMkLst>
            <pc:docMk/>
            <pc:sldMk cId="876623565" sldId="290"/>
            <ac:spMk id="4" creationId="{3EC018B1-CDC1-38E8-194C-184BC5289ECF}"/>
          </ac:spMkLst>
        </pc:spChg>
        <pc:spChg chg="del">
          <ac:chgData name="Michele Dowdy Mason" userId="4554f33240a8a24e" providerId="LiveId" clId="{9CCC909E-D179-482D-B08C-FD362CBF8290}" dt="2026-06-13T02:19:58.753" v="2422" actId="478"/>
          <ac:spMkLst>
            <pc:docMk/>
            <pc:sldMk cId="876623565" sldId="290"/>
            <ac:spMk id="5" creationId="{7839EB0B-3718-8277-7BA5-5A0AD3F3AA7B}"/>
          </ac:spMkLst>
        </pc:spChg>
      </pc:sldChg>
      <pc:sldChg chg="addSp delSp modSp add mod ord modNotesTx">
        <pc:chgData name="Michele Dowdy Mason" userId="4554f33240a8a24e" providerId="LiveId" clId="{9CCC909E-D179-482D-B08C-FD362CBF8290}" dt="2026-06-14T13:50:00.570" v="6494" actId="20577"/>
        <pc:sldMkLst>
          <pc:docMk/>
          <pc:sldMk cId="2097223308" sldId="291"/>
        </pc:sldMkLst>
        <pc:spChg chg="mod">
          <ac:chgData name="Michele Dowdy Mason" userId="4554f33240a8a24e" providerId="LiveId" clId="{9CCC909E-D179-482D-B08C-FD362CBF8290}" dt="2026-06-13T23:01:48.447" v="5959" actId="208"/>
          <ac:spMkLst>
            <pc:docMk/>
            <pc:sldMk cId="2097223308" sldId="291"/>
            <ac:spMk id="5" creationId="{D6F0E827-7A8E-1339-C298-8279563A4650}"/>
          </ac:spMkLst>
        </pc:spChg>
        <pc:spChg chg="add mod">
          <ac:chgData name="Michele Dowdy Mason" userId="4554f33240a8a24e" providerId="LiveId" clId="{9CCC909E-D179-482D-B08C-FD362CBF8290}" dt="2026-06-13T23:02:34.570" v="5983" actId="1076"/>
          <ac:spMkLst>
            <pc:docMk/>
            <pc:sldMk cId="2097223308" sldId="291"/>
            <ac:spMk id="8" creationId="{7D600D06-5339-B948-26F9-2E5B0F1E121C}"/>
          </ac:spMkLst>
        </pc:spChg>
        <pc:spChg chg="del mod">
          <ac:chgData name="Michele Dowdy Mason" userId="4554f33240a8a24e" providerId="LiveId" clId="{9CCC909E-D179-482D-B08C-FD362CBF8290}" dt="2026-06-13T17:37:42.070" v="3202" actId="478"/>
          <ac:spMkLst>
            <pc:docMk/>
            <pc:sldMk cId="2097223308" sldId="291"/>
            <ac:spMk id="10" creationId="{10821E08-6C41-9644-5603-8396AC396228}"/>
          </ac:spMkLst>
        </pc:spChg>
        <pc:spChg chg="add mod">
          <ac:chgData name="Michele Dowdy Mason" userId="4554f33240a8a24e" providerId="LiveId" clId="{9CCC909E-D179-482D-B08C-FD362CBF8290}" dt="2026-06-14T13:44:00.703" v="6410" actId="1076"/>
          <ac:spMkLst>
            <pc:docMk/>
            <pc:sldMk cId="2097223308" sldId="291"/>
            <ac:spMk id="14" creationId="{B8D10B07-14DA-A33B-6929-D0F97F9792B3}"/>
          </ac:spMkLst>
        </pc:spChg>
        <pc:spChg chg="add mod">
          <ac:chgData name="Michele Dowdy Mason" userId="4554f33240a8a24e" providerId="LiveId" clId="{9CCC909E-D179-482D-B08C-FD362CBF8290}" dt="2026-06-14T13:50:00.570" v="6494" actId="20577"/>
          <ac:spMkLst>
            <pc:docMk/>
            <pc:sldMk cId="2097223308" sldId="291"/>
            <ac:spMk id="15" creationId="{E3251BC8-5544-383A-11B2-3C79B10D081C}"/>
          </ac:spMkLst>
        </pc:spChg>
        <pc:picChg chg="del">
          <ac:chgData name="Michele Dowdy Mason" userId="4554f33240a8a24e" providerId="LiveId" clId="{9CCC909E-D179-482D-B08C-FD362CBF8290}" dt="2026-06-13T17:37:51.366" v="3203" actId="478"/>
          <ac:picMkLst>
            <pc:docMk/>
            <pc:sldMk cId="2097223308" sldId="291"/>
            <ac:picMk id="6" creationId="{EC360B14-961E-AD9A-D873-881D1D51FF21}"/>
          </ac:picMkLst>
        </pc:picChg>
        <pc:picChg chg="add mod">
          <ac:chgData name="Michele Dowdy Mason" userId="4554f33240a8a24e" providerId="LiveId" clId="{9CCC909E-D179-482D-B08C-FD362CBF8290}" dt="2026-06-13T23:02:16.815" v="5980" actId="1076"/>
          <ac:picMkLst>
            <pc:docMk/>
            <pc:sldMk cId="2097223308" sldId="291"/>
            <ac:picMk id="7" creationId="{E683E6D9-1904-884C-AAE0-E30D48CCC191}"/>
          </ac:picMkLst>
        </pc:picChg>
        <pc:picChg chg="add del">
          <ac:chgData name="Michele Dowdy Mason" userId="4554f33240a8a24e" providerId="LiveId" clId="{9CCC909E-D179-482D-B08C-FD362CBF8290}" dt="2026-06-13T17:40:34.159" v="3260" actId="22"/>
          <ac:picMkLst>
            <pc:docMk/>
            <pc:sldMk cId="2097223308" sldId="291"/>
            <ac:picMk id="11" creationId="{C28DF834-B754-2B97-7ED6-80F5E16A8B92}"/>
          </ac:picMkLst>
        </pc:picChg>
        <pc:picChg chg="add mod">
          <ac:chgData name="Michele Dowdy Mason" userId="4554f33240a8a24e" providerId="LiveId" clId="{9CCC909E-D179-482D-B08C-FD362CBF8290}" dt="2026-06-14T13:43:54.603" v="6409" actId="1076"/>
          <ac:picMkLst>
            <pc:docMk/>
            <pc:sldMk cId="2097223308" sldId="291"/>
            <ac:picMk id="13" creationId="{A9E614D6-19AC-1F0E-AB58-1D6CB8628145}"/>
          </ac:picMkLst>
        </pc:picChg>
      </pc:sldChg>
      <pc:sldChg chg="modSp add mod modNotesTx">
        <pc:chgData name="Michele Dowdy Mason" userId="4554f33240a8a24e" providerId="LiveId" clId="{9CCC909E-D179-482D-B08C-FD362CBF8290}" dt="2026-06-14T13:50:27.336" v="6495" actId="14"/>
        <pc:sldMkLst>
          <pc:docMk/>
          <pc:sldMk cId="1327213092" sldId="292"/>
        </pc:sldMkLst>
        <pc:spChg chg="mod">
          <ac:chgData name="Michele Dowdy Mason" userId="4554f33240a8a24e" providerId="LiveId" clId="{9CCC909E-D179-482D-B08C-FD362CBF8290}" dt="2026-06-13T23:15:08.287" v="6317" actId="14100"/>
          <ac:spMkLst>
            <pc:docMk/>
            <pc:sldMk cId="1327213092" sldId="292"/>
            <ac:spMk id="5" creationId="{A59D2935-CE8A-9A95-4380-4949127D4658}"/>
          </ac:spMkLst>
        </pc:spChg>
        <pc:spChg chg="mod">
          <ac:chgData name="Michele Dowdy Mason" userId="4554f33240a8a24e" providerId="LiveId" clId="{9CCC909E-D179-482D-B08C-FD362CBF8290}" dt="2026-06-14T13:50:27.336" v="6495" actId="14"/>
          <ac:spMkLst>
            <pc:docMk/>
            <pc:sldMk cId="1327213092" sldId="292"/>
            <ac:spMk id="10" creationId="{D51F8EA4-A6BE-6F9B-E275-2CEC282A6D9F}"/>
          </ac:spMkLst>
        </pc:spChg>
      </pc:sldChg>
      <pc:sldChg chg="addSp delSp modSp add mod ord modNotesTx">
        <pc:chgData name="Michele Dowdy Mason" userId="4554f33240a8a24e" providerId="LiveId" clId="{9CCC909E-D179-482D-B08C-FD362CBF8290}" dt="2026-06-14T13:53:18.853" v="6590" actId="1076"/>
        <pc:sldMkLst>
          <pc:docMk/>
          <pc:sldMk cId="4283692408" sldId="293"/>
        </pc:sldMkLst>
        <pc:spChg chg="mod">
          <ac:chgData name="Michele Dowdy Mason" userId="4554f33240a8a24e" providerId="LiveId" clId="{9CCC909E-D179-482D-B08C-FD362CBF8290}" dt="2026-06-13T19:17:15.671" v="5859" actId="20577"/>
          <ac:spMkLst>
            <pc:docMk/>
            <pc:sldMk cId="4283692408" sldId="293"/>
            <ac:spMk id="4" creationId="{F6C945D4-4D85-3849-C1D4-3C88F90358D6}"/>
          </ac:spMkLst>
        </pc:spChg>
        <pc:spChg chg="del">
          <ac:chgData name="Michele Dowdy Mason" userId="4554f33240a8a24e" providerId="LiveId" clId="{9CCC909E-D179-482D-B08C-FD362CBF8290}" dt="2026-06-13T19:17:25.770" v="5860" actId="478"/>
          <ac:spMkLst>
            <pc:docMk/>
            <pc:sldMk cId="4283692408" sldId="293"/>
            <ac:spMk id="5" creationId="{2C85AF05-9F76-21F2-07C6-F549C842AF28}"/>
          </ac:spMkLst>
        </pc:spChg>
        <pc:spChg chg="del">
          <ac:chgData name="Michele Dowdy Mason" userId="4554f33240a8a24e" providerId="LiveId" clId="{9CCC909E-D179-482D-B08C-FD362CBF8290}" dt="2026-06-13T19:17:50.095" v="5863" actId="478"/>
          <ac:spMkLst>
            <pc:docMk/>
            <pc:sldMk cId="4283692408" sldId="293"/>
            <ac:spMk id="8" creationId="{029E2A3F-D626-56BC-637E-0D8A88C438EB}"/>
          </ac:spMkLst>
        </pc:spChg>
        <pc:spChg chg="add mod">
          <ac:chgData name="Michele Dowdy Mason" userId="4554f33240a8a24e" providerId="LiveId" clId="{9CCC909E-D179-482D-B08C-FD362CBF8290}" dt="2026-06-14T13:53:18.853" v="6590" actId="1076"/>
          <ac:spMkLst>
            <pc:docMk/>
            <pc:sldMk cId="4283692408" sldId="293"/>
            <ac:spMk id="10" creationId="{5AB8891F-18A6-95E6-9B01-5309372D5A84}"/>
          </ac:spMkLst>
        </pc:spChg>
        <pc:spChg chg="del">
          <ac:chgData name="Michele Dowdy Mason" userId="4554f33240a8a24e" providerId="LiveId" clId="{9CCC909E-D179-482D-B08C-FD362CBF8290}" dt="2026-06-13T19:17:56.870" v="5864" actId="478"/>
          <ac:spMkLst>
            <pc:docMk/>
            <pc:sldMk cId="4283692408" sldId="293"/>
            <ac:spMk id="14" creationId="{70F118FC-8385-DA66-0719-E593E8FBFEF7}"/>
          </ac:spMkLst>
        </pc:spChg>
        <pc:spChg chg="del">
          <ac:chgData name="Michele Dowdy Mason" userId="4554f33240a8a24e" providerId="LiveId" clId="{9CCC909E-D179-482D-B08C-FD362CBF8290}" dt="2026-06-13T19:18:03.693" v="5865" actId="478"/>
          <ac:spMkLst>
            <pc:docMk/>
            <pc:sldMk cId="4283692408" sldId="293"/>
            <ac:spMk id="15" creationId="{D6AB13DD-13B5-20D4-57D3-04B7130729D5}"/>
          </ac:spMkLst>
        </pc:spChg>
        <pc:picChg chg="add del">
          <ac:chgData name="Michele Dowdy Mason" userId="4554f33240a8a24e" providerId="LiveId" clId="{9CCC909E-D179-482D-B08C-FD362CBF8290}" dt="2026-06-13T19:18:40.849" v="5867" actId="22"/>
          <ac:picMkLst>
            <pc:docMk/>
            <pc:sldMk cId="4283692408" sldId="293"/>
            <ac:picMk id="6" creationId="{08DF19E6-B5B3-A347-6A3A-8A6366A886B3}"/>
          </ac:picMkLst>
        </pc:picChg>
        <pc:picChg chg="del">
          <ac:chgData name="Michele Dowdy Mason" userId="4554f33240a8a24e" providerId="LiveId" clId="{9CCC909E-D179-482D-B08C-FD362CBF8290}" dt="2026-06-13T19:17:36.600" v="5861" actId="478"/>
          <ac:picMkLst>
            <pc:docMk/>
            <pc:sldMk cId="4283692408" sldId="293"/>
            <ac:picMk id="7" creationId="{C8790582-97AB-6F41-BBBD-33F167B57E75}"/>
          </ac:picMkLst>
        </pc:picChg>
        <pc:picChg chg="del">
          <ac:chgData name="Michele Dowdy Mason" userId="4554f33240a8a24e" providerId="LiveId" clId="{9CCC909E-D179-482D-B08C-FD362CBF8290}" dt="2026-06-13T19:17:42.767" v="5862" actId="478"/>
          <ac:picMkLst>
            <pc:docMk/>
            <pc:sldMk cId="4283692408" sldId="293"/>
            <ac:picMk id="13" creationId="{53D6FA26-1275-6AE9-69B1-979414F3B595}"/>
          </ac:picMkLst>
        </pc:picChg>
      </pc:sldChg>
      <pc:sldMasterChg chg="delSldLayout modSldLayout">
        <pc:chgData name="Michele Dowdy Mason" userId="4554f33240a8a24e" providerId="LiveId" clId="{9CCC909E-D179-482D-B08C-FD362CBF8290}" dt="2026-06-13T19:19:00.481" v="5869" actId="2696"/>
        <pc:sldMasterMkLst>
          <pc:docMk/>
          <pc:sldMasterMk cId="2556164984" sldId="2147483697"/>
        </pc:sldMasterMkLst>
        <pc:sldLayoutChg chg="addSp">
          <pc:chgData name="Michele Dowdy Mason" userId="4554f33240a8a24e" providerId="LiveId" clId="{9CCC909E-D179-482D-B08C-FD362CBF8290}" dt="2026-06-13T02:20:38.581" v="2423"/>
          <pc:sldLayoutMkLst>
            <pc:docMk/>
            <pc:sldMasterMk cId="2556164984" sldId="2147483697"/>
            <pc:sldLayoutMk cId="367304348" sldId="2147483699"/>
          </pc:sldLayoutMkLst>
          <pc:spChg chg="add">
            <ac:chgData name="Michele Dowdy Mason" userId="4554f33240a8a24e" providerId="LiveId" clId="{9CCC909E-D179-482D-B08C-FD362CBF8290}" dt="2026-06-13T02:20:38.581" v="2423"/>
            <ac:spMkLst>
              <pc:docMk/>
              <pc:sldMasterMk cId="2556164984" sldId="2147483697"/>
              <pc:sldLayoutMk cId="367304348" sldId="2147483699"/>
              <ac:spMk id="8" creationId="{3FE4BAA2-799A-56A3-574D-077E561386A1}"/>
            </ac:spMkLst>
          </pc:spChg>
          <pc:spChg chg="add">
            <ac:chgData name="Michele Dowdy Mason" userId="4554f33240a8a24e" providerId="LiveId" clId="{9CCC909E-D179-482D-B08C-FD362CBF8290}" dt="2026-06-13T02:20:38.581" v="2423"/>
            <ac:spMkLst>
              <pc:docMk/>
              <pc:sldMasterMk cId="2556164984" sldId="2147483697"/>
              <pc:sldLayoutMk cId="367304348" sldId="2147483699"/>
              <ac:spMk id="9" creationId="{3768614A-E045-5FFA-315C-5619949A8A9B}"/>
            </ac:spMkLst>
          </pc:spChg>
          <pc:spChg chg="add">
            <ac:chgData name="Michele Dowdy Mason" userId="4554f33240a8a24e" providerId="LiveId" clId="{9CCC909E-D179-482D-B08C-FD362CBF8290}" dt="2026-06-13T02:20:38.581" v="2423"/>
            <ac:spMkLst>
              <pc:docMk/>
              <pc:sldMasterMk cId="2556164984" sldId="2147483697"/>
              <pc:sldLayoutMk cId="367304348" sldId="2147483699"/>
              <ac:spMk id="10" creationId="{79B0A87A-7615-0828-5E6B-E7EAB9DF0A42}"/>
            </ac:spMkLst>
          </pc:spChg>
          <pc:spChg chg="add">
            <ac:chgData name="Michele Dowdy Mason" userId="4554f33240a8a24e" providerId="LiveId" clId="{9CCC909E-D179-482D-B08C-FD362CBF8290}" dt="2026-06-13T02:20:38.581" v="2423"/>
            <ac:spMkLst>
              <pc:docMk/>
              <pc:sldMasterMk cId="2556164984" sldId="2147483697"/>
              <pc:sldLayoutMk cId="367304348" sldId="2147483699"/>
              <ac:spMk id="11" creationId="{E06D2AF1-6685-90CD-963A-2B6A8B16FB97}"/>
            </ac:spMkLst>
          </pc:spChg>
        </pc:sldLayoutChg>
        <pc:sldLayoutChg chg="del">
          <pc:chgData name="Michele Dowdy Mason" userId="4554f33240a8a24e" providerId="LiveId" clId="{9CCC909E-D179-482D-B08C-FD362CBF8290}" dt="2026-06-13T19:19:00.481" v="5869" actId="2696"/>
          <pc:sldLayoutMkLst>
            <pc:docMk/>
            <pc:sldMasterMk cId="2556164984" sldId="2147483697"/>
            <pc:sldLayoutMk cId="4244114127" sldId="2147483717"/>
          </pc:sldLayoutMkLst>
        </pc:sldLayoutChg>
        <pc:sldLayoutChg chg="del">
          <pc:chgData name="Michele Dowdy Mason" userId="4554f33240a8a24e" providerId="LiveId" clId="{9CCC909E-D179-482D-B08C-FD362CBF8290}" dt="2026-06-13T19:04:14.637" v="5516" actId="2696"/>
          <pc:sldLayoutMkLst>
            <pc:docMk/>
            <pc:sldMasterMk cId="2556164984" sldId="2147483697"/>
            <pc:sldLayoutMk cId="1866963474" sldId="2147483718"/>
          </pc:sldLayoutMkLst>
        </pc:sldLayoutChg>
        <pc:sldLayoutChg chg="del">
          <pc:chgData name="Michele Dowdy Mason" userId="4554f33240a8a24e" providerId="LiveId" clId="{9CCC909E-D179-482D-B08C-FD362CBF8290}" dt="2026-06-13T19:04:18.860" v="5517" actId="2696"/>
          <pc:sldLayoutMkLst>
            <pc:docMk/>
            <pc:sldMasterMk cId="2556164984" sldId="2147483697"/>
            <pc:sldLayoutMk cId="652127745" sldId="2147483719"/>
          </pc:sldLayoutMkLst>
        </pc:sldLayoutChg>
        <pc:sldLayoutChg chg="del">
          <pc:chgData name="Michele Dowdy Mason" userId="4554f33240a8a24e" providerId="LiveId" clId="{9CCC909E-D179-482D-B08C-FD362CBF8290}" dt="2026-06-13T19:04:30.295" v="5519" actId="2696"/>
          <pc:sldLayoutMkLst>
            <pc:docMk/>
            <pc:sldMasterMk cId="2556164984" sldId="2147483697"/>
            <pc:sldLayoutMk cId="3744805269" sldId="2147483720"/>
          </pc:sldLayoutMkLst>
        </pc:sldLayoutChg>
        <pc:sldLayoutChg chg="del">
          <pc:chgData name="Michele Dowdy Mason" userId="4554f33240a8a24e" providerId="LiveId" clId="{9CCC909E-D179-482D-B08C-FD362CBF8290}" dt="2026-06-13T19:04:39.745" v="5521" actId="2696"/>
          <pc:sldLayoutMkLst>
            <pc:docMk/>
            <pc:sldMasterMk cId="2556164984" sldId="2147483697"/>
            <pc:sldLayoutMk cId="2826195245" sldId="2147483721"/>
          </pc:sldLayoutMkLst>
        </pc:sldLayoutChg>
        <pc:sldLayoutChg chg="del">
          <pc:chgData name="Michele Dowdy Mason" userId="4554f33240a8a24e" providerId="LiveId" clId="{9CCC909E-D179-482D-B08C-FD362CBF8290}" dt="2026-06-13T19:04:35.638" v="5520" actId="2696"/>
          <pc:sldLayoutMkLst>
            <pc:docMk/>
            <pc:sldMasterMk cId="2556164984" sldId="2147483697"/>
            <pc:sldLayoutMk cId="754294230" sldId="214748372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6/14/2026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6/14/2026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98AFB-CB0D-4DFE-87B9-B4B0D0DE73CD}" type="slidenum">
              <a:rPr lang="en-US" smtClean="0"/>
              <a:t>2</a:t>
            </a:fld>
            <a:endParaRPr lang="en-US" dirty="0"/>
          </a:p>
        </p:txBody>
      </p:sp>
    </p:spTree>
    <p:extLst>
      <p:ext uri="{BB962C8B-B14F-4D97-AF65-F5344CB8AC3E}">
        <p14:creationId xmlns:p14="http://schemas.microsoft.com/office/powerpoint/2010/main" val="3016757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D120-86F4-C350-C3EF-EFAB72E65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01331-82A3-C351-DBC6-A2CEF50C8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1C350-3F3C-D60B-83A1-E509285946A3}"/>
              </a:ext>
            </a:extLst>
          </p:cNvPr>
          <p:cNvSpPr>
            <a:spLocks noGrp="1"/>
          </p:cNvSpPr>
          <p:nvPr>
            <p:ph type="body" idx="1"/>
          </p:nvPr>
        </p:nvSpPr>
        <p:spPr/>
        <p:txBody>
          <a:bodyPr/>
          <a:lstStyle/>
          <a:p>
            <a:r>
              <a:rPr lang="en-US" dirty="0"/>
              <a:t>In real life, an investigation into measurement_2 might go further; are these occurring at regular time intervals, does a device not record at certain intervals to under diagnostics, etc.?</a:t>
            </a:r>
          </a:p>
        </p:txBody>
      </p:sp>
      <p:sp>
        <p:nvSpPr>
          <p:cNvPr id="4" name="Slide Number Placeholder 3">
            <a:extLst>
              <a:ext uri="{FF2B5EF4-FFF2-40B4-BE49-F238E27FC236}">
                <a16:creationId xmlns:a16="http://schemas.microsoft.com/office/drawing/2014/main" id="{BA1FD420-F2D3-C0BB-3189-ED115010E37B}"/>
              </a:ext>
            </a:extLst>
          </p:cNvPr>
          <p:cNvSpPr>
            <a:spLocks noGrp="1"/>
          </p:cNvSpPr>
          <p:nvPr>
            <p:ph type="sldNum" sz="quarter" idx="5"/>
          </p:nvPr>
        </p:nvSpPr>
        <p:spPr/>
        <p:txBody>
          <a:bodyPr/>
          <a:lstStyle/>
          <a:p>
            <a:fld id="{6BB98AFB-CB0D-4DFE-87B9-B4B0D0DE73CD}" type="slidenum">
              <a:rPr lang="en-US" smtClean="0"/>
              <a:t>3</a:t>
            </a:fld>
            <a:endParaRPr lang="en-US" dirty="0"/>
          </a:p>
        </p:txBody>
      </p:sp>
    </p:spTree>
    <p:extLst>
      <p:ext uri="{BB962C8B-B14F-4D97-AF65-F5344CB8AC3E}">
        <p14:creationId xmlns:p14="http://schemas.microsoft.com/office/powerpoint/2010/main" val="143989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3CF55-79C8-B945-D35E-4AD1A1F50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91DADA-55C7-A20D-D5E6-C772BCF413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F5796-41AE-58F5-0100-06C3C77BEC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4CF62B-0B15-5400-3D1B-F5AE37D69B97}"/>
              </a:ext>
            </a:extLst>
          </p:cNvPr>
          <p:cNvSpPr>
            <a:spLocks noGrp="1"/>
          </p:cNvSpPr>
          <p:nvPr>
            <p:ph type="sldNum" sz="quarter" idx="5"/>
          </p:nvPr>
        </p:nvSpPr>
        <p:spPr/>
        <p:txBody>
          <a:bodyPr/>
          <a:lstStyle/>
          <a:p>
            <a:fld id="{6BB98AFB-CB0D-4DFE-87B9-B4B0D0DE73CD}" type="slidenum">
              <a:rPr lang="en-US" smtClean="0"/>
              <a:t>4</a:t>
            </a:fld>
            <a:endParaRPr lang="en-US" dirty="0"/>
          </a:p>
        </p:txBody>
      </p:sp>
    </p:spTree>
    <p:extLst>
      <p:ext uri="{BB962C8B-B14F-4D97-AF65-F5344CB8AC3E}">
        <p14:creationId xmlns:p14="http://schemas.microsoft.com/office/powerpoint/2010/main" val="1045097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98AFB-CB0D-4DFE-87B9-B4B0D0DE73CD}" type="slidenum">
              <a:rPr lang="en-US" smtClean="0"/>
              <a:t>5</a:t>
            </a:fld>
            <a:endParaRPr lang="en-US" dirty="0"/>
          </a:p>
        </p:txBody>
      </p:sp>
    </p:spTree>
    <p:extLst>
      <p:ext uri="{BB962C8B-B14F-4D97-AF65-F5344CB8AC3E}">
        <p14:creationId xmlns:p14="http://schemas.microsoft.com/office/powerpoint/2010/main" val="1579084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DEDE-90A9-61E8-7EE2-F09EDF9ED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05894-E416-CC33-72CE-B268EA7B86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BEBC8-C983-7478-EE20-86EC898694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9223F4-2E79-A2F2-28EF-5A6A837E1A8C}"/>
              </a:ext>
            </a:extLst>
          </p:cNvPr>
          <p:cNvSpPr>
            <a:spLocks noGrp="1"/>
          </p:cNvSpPr>
          <p:nvPr>
            <p:ph type="sldNum" sz="quarter" idx="5"/>
          </p:nvPr>
        </p:nvSpPr>
        <p:spPr/>
        <p:txBody>
          <a:bodyPr/>
          <a:lstStyle/>
          <a:p>
            <a:fld id="{6BB98AFB-CB0D-4DFE-87B9-B4B0D0DE73CD}" type="slidenum">
              <a:rPr lang="en-US" smtClean="0"/>
              <a:t>6</a:t>
            </a:fld>
            <a:endParaRPr lang="en-US" dirty="0"/>
          </a:p>
        </p:txBody>
      </p:sp>
    </p:spTree>
    <p:extLst>
      <p:ext uri="{BB962C8B-B14F-4D97-AF65-F5344CB8AC3E}">
        <p14:creationId xmlns:p14="http://schemas.microsoft.com/office/powerpoint/2010/main" val="2854054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C46E-C2C9-59EE-AE3A-645BA7A18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94F6F-D325-5EB4-BBFC-F5AF4984C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C5BBB-1010-CA98-B0C3-401B2E023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01332E-A400-925D-9579-D1FE9BFEF9DE}"/>
              </a:ext>
            </a:extLst>
          </p:cNvPr>
          <p:cNvSpPr>
            <a:spLocks noGrp="1"/>
          </p:cNvSpPr>
          <p:nvPr>
            <p:ph type="sldNum" sz="quarter" idx="5"/>
          </p:nvPr>
        </p:nvSpPr>
        <p:spPr/>
        <p:txBody>
          <a:bodyPr/>
          <a:lstStyle/>
          <a:p>
            <a:fld id="{6BB98AFB-CB0D-4DFE-87B9-B4B0D0DE73CD}" type="slidenum">
              <a:rPr lang="en-US" smtClean="0"/>
              <a:t>7</a:t>
            </a:fld>
            <a:endParaRPr lang="en-US" dirty="0"/>
          </a:p>
        </p:txBody>
      </p:sp>
    </p:spTree>
    <p:extLst>
      <p:ext uri="{BB962C8B-B14F-4D97-AF65-F5344CB8AC3E}">
        <p14:creationId xmlns:p14="http://schemas.microsoft.com/office/powerpoint/2010/main" val="8892814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0" y="0"/>
            <a:ext cx="12227975"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1697" y="1871132"/>
            <a:ext cx="6813894" cy="1515533"/>
          </a:xfrm>
        </p:spPr>
        <p:txBody>
          <a:bodyPr anchor="b">
            <a:noAutofit/>
          </a:bodyPr>
          <a:lstStyle>
            <a:lvl1pPr algn="ctr">
              <a:defRPr sz="5398">
                <a:effectLst/>
              </a:defRPr>
            </a:lvl1pPr>
          </a:lstStyle>
          <a:p>
            <a:r>
              <a:rPr lang="en-US"/>
              <a:t>Click to edit Master title style</a:t>
            </a:r>
            <a:endParaRPr lang="en-US" dirty="0"/>
          </a:p>
        </p:txBody>
      </p:sp>
      <p:sp>
        <p:nvSpPr>
          <p:cNvPr id="3" name="Subtitle 2"/>
          <p:cNvSpPr>
            <a:spLocks noGrp="1"/>
          </p:cNvSpPr>
          <p:nvPr>
            <p:ph type="subTitle" idx="1"/>
          </p:nvPr>
        </p:nvSpPr>
        <p:spPr>
          <a:xfrm>
            <a:off x="2691697" y="3657597"/>
            <a:ext cx="6813894" cy="1320802"/>
          </a:xfrm>
        </p:spPr>
        <p:txBody>
          <a:bodyPr anchor="t">
            <a:normAutofit/>
          </a:bodyPr>
          <a:lstStyle>
            <a:lvl1pPr marL="0" indent="0" algn="ctr">
              <a:buNone/>
              <a:defRPr sz="2099">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1154" y="5037663"/>
            <a:ext cx="897233" cy="279400"/>
          </a:xfrm>
        </p:spPr>
        <p:txBody>
          <a:bodyPr/>
          <a:lstStyle/>
          <a:p>
            <a:endParaRPr lang="en-US" dirty="0"/>
          </a:p>
        </p:txBody>
      </p:sp>
      <p:sp>
        <p:nvSpPr>
          <p:cNvPr id="5" name="Footer Placeholder 4"/>
          <p:cNvSpPr>
            <a:spLocks noGrp="1"/>
          </p:cNvSpPr>
          <p:nvPr>
            <p:ph type="ftr" sz="quarter" idx="11"/>
          </p:nvPr>
        </p:nvSpPr>
        <p:spPr>
          <a:xfrm>
            <a:off x="2691696" y="5037663"/>
            <a:ext cx="5213277" cy="279400"/>
          </a:xfrm>
        </p:spPr>
        <p:txBody>
          <a:bodyPr/>
          <a:lstStyle/>
          <a:p>
            <a:endParaRPr lang="en-US" dirty="0"/>
          </a:p>
        </p:txBody>
      </p:sp>
      <p:sp>
        <p:nvSpPr>
          <p:cNvPr id="6" name="Slide Number Placeholder 5"/>
          <p:cNvSpPr>
            <a:spLocks noGrp="1"/>
          </p:cNvSpPr>
          <p:nvPr>
            <p:ph type="sldNum" sz="quarter" idx="12"/>
          </p:nvPr>
        </p:nvSpPr>
        <p:spPr>
          <a:xfrm>
            <a:off x="8954568" y="5037663"/>
            <a:ext cx="551023" cy="279400"/>
          </a:xfrm>
        </p:spPr>
        <p:txBody>
          <a:bodyPr/>
          <a:lstStyle/>
          <a:p>
            <a:fld id="{AAEAE4A8-A6E5-453E-B946-FB774B73F48C}" type="slidenum">
              <a:rPr lang="en-US" smtClean="0"/>
              <a:pPr/>
              <a:t>‹#›</a:t>
            </a:fld>
            <a:endParaRPr lang="en-US" dirty="0"/>
          </a:p>
        </p:txBody>
      </p:sp>
      <p:cxnSp>
        <p:nvCxnSpPr>
          <p:cNvPr id="15" name="Straight Connector 14"/>
          <p:cNvCxnSpPr/>
          <p:nvPr/>
        </p:nvCxnSpPr>
        <p:spPr>
          <a:xfrm>
            <a:off x="2691698" y="3522131"/>
            <a:ext cx="681389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80473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sp>
        <p:nvSpPr>
          <p:cNvPr id="8" name="Rectangle 7">
            <a:extLst>
              <a:ext uri="{FF2B5EF4-FFF2-40B4-BE49-F238E27FC236}">
                <a16:creationId xmlns:a16="http://schemas.microsoft.com/office/drawing/2014/main" id="{3FE4BAA2-799A-56A3-574D-077E561386A1}"/>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3768614A-E045-5FFA-315C-5619949A8A9B}"/>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Cross 9">
            <a:extLst>
              <a:ext uri="{FF2B5EF4-FFF2-40B4-BE49-F238E27FC236}">
                <a16:creationId xmlns:a16="http://schemas.microsoft.com/office/drawing/2014/main" id="{79B0A87A-7615-0828-5E6B-E7EAB9DF0A42}"/>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Freeform: Shape 10">
            <a:extLst>
              <a:ext uri="{FF2B5EF4-FFF2-40B4-BE49-F238E27FC236}">
                <a16:creationId xmlns:a16="http://schemas.microsoft.com/office/drawing/2014/main" id="{E06D2AF1-6685-90CD-963A-2B6A8B16FB97}"/>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67304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4544" y="1752606"/>
            <a:ext cx="8156563" cy="1822514"/>
          </a:xfrm>
        </p:spPr>
        <p:txBody>
          <a:bodyPr anchor="b">
            <a:normAutofit/>
          </a:bodyPr>
          <a:lstStyle>
            <a:lvl1pPr algn="ctr">
              <a:defRPr sz="4399" b="0" cap="none"/>
            </a:lvl1pPr>
          </a:lstStyle>
          <a:p>
            <a:r>
              <a:rPr lang="en-US"/>
              <a:t>Click to edit Master title style</a:t>
            </a:r>
            <a:endParaRPr lang="en-US" dirty="0"/>
          </a:p>
        </p:txBody>
      </p:sp>
      <p:sp>
        <p:nvSpPr>
          <p:cNvPr id="3" name="Text Placeholder 2"/>
          <p:cNvSpPr>
            <a:spLocks noGrp="1"/>
          </p:cNvSpPr>
          <p:nvPr>
            <p:ph type="body" idx="1"/>
          </p:nvPr>
        </p:nvSpPr>
        <p:spPr>
          <a:xfrm>
            <a:off x="2014542" y="3846052"/>
            <a:ext cx="8156565" cy="954547"/>
          </a:xfrm>
        </p:spPr>
        <p:txBody>
          <a:bodyPr anchor="t">
            <a:normAutofit/>
          </a:bodyPr>
          <a:lstStyle>
            <a:lvl1pPr marL="0" indent="0" algn="ctr">
              <a:buNone/>
              <a:defRPr sz="23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6" name="Straight Connector 15"/>
          <p:cNvCxnSpPr/>
          <p:nvPr/>
        </p:nvCxnSpPr>
        <p:spPr>
          <a:xfrm>
            <a:off x="2012199" y="3710585"/>
            <a:ext cx="816125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167557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110" y="2560320"/>
            <a:ext cx="4717075"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9734" y="2560320"/>
            <a:ext cx="4717075"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23386197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063" y="2658533"/>
            <a:ext cx="4717075" cy="576262"/>
          </a:xfrm>
        </p:spPr>
        <p:txBody>
          <a:bodyPr anchor="b">
            <a:noAutofit/>
          </a:bodyPr>
          <a:lstStyle>
            <a:lvl1pPr marL="0" indent="0">
              <a:spcBef>
                <a:spcPts val="672"/>
              </a:spcBef>
              <a:spcAft>
                <a:spcPts val="600"/>
              </a:spcAft>
              <a:buNone/>
              <a:defRPr sz="2799" b="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063" y="3243263"/>
            <a:ext cx="4717075"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9061" y="2658533"/>
            <a:ext cx="4717075" cy="576262"/>
          </a:xfrm>
        </p:spPr>
        <p:txBody>
          <a:bodyPr anchor="b">
            <a:noAutofit/>
          </a:bodyPr>
          <a:lstStyle>
            <a:lvl1pPr marL="0" indent="0">
              <a:spcBef>
                <a:spcPts val="672"/>
              </a:spcBef>
              <a:spcAft>
                <a:spcPts val="600"/>
              </a:spcAft>
              <a:buNone/>
              <a:defRPr sz="2799" b="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9061" y="3243263"/>
            <a:ext cx="4717075"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8" name="Straight Connector 17"/>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60107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4" name="Straight Connector 13"/>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14726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287380769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474" y="1388534"/>
            <a:ext cx="3717487" cy="1371600"/>
          </a:xfrm>
        </p:spPr>
        <p:txBody>
          <a:bodyPr anchor="b">
            <a:normAutofit/>
          </a:bodyPr>
          <a:lstStyle>
            <a:lvl1pPr algn="ctr">
              <a:defRPr sz="2399" b="0"/>
            </a:lvl1pPr>
          </a:lstStyle>
          <a:p>
            <a:r>
              <a:rPr lang="en-US"/>
              <a:t>Click to edit Master title style</a:t>
            </a:r>
            <a:endParaRPr lang="en-US" dirty="0"/>
          </a:p>
        </p:txBody>
      </p:sp>
      <p:sp>
        <p:nvSpPr>
          <p:cNvPr id="3" name="Content Placeholder 2"/>
          <p:cNvSpPr>
            <a:spLocks noGrp="1"/>
          </p:cNvSpPr>
          <p:nvPr>
            <p:ph idx="1"/>
          </p:nvPr>
        </p:nvSpPr>
        <p:spPr>
          <a:xfrm>
            <a:off x="5417257" y="982132"/>
            <a:ext cx="5468042"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474" y="3031065"/>
            <a:ext cx="3717487" cy="2438404"/>
          </a:xfrm>
        </p:spPr>
        <p:txBody>
          <a:bodyPr anchor="t">
            <a:normAutofit/>
          </a:bodyPr>
          <a:lstStyle>
            <a:lvl1pPr marL="0" indent="0" algn="ctr">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6" name="Straight Connector 15"/>
          <p:cNvCxnSpPr/>
          <p:nvPr/>
        </p:nvCxnSpPr>
        <p:spPr>
          <a:xfrm>
            <a:off x="1395805" y="2912533"/>
            <a:ext cx="35135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956357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061" y="1883832"/>
            <a:ext cx="6240191" cy="1371600"/>
          </a:xfrm>
        </p:spPr>
        <p:txBody>
          <a:bodyPr anchor="b">
            <a:normAutofit/>
          </a:bodyPr>
          <a:lstStyle>
            <a:lvl1pPr algn="ctr">
              <a:defRPr sz="2799"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2724" y="1041400"/>
            <a:ext cx="3062549"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061" y="3255432"/>
            <a:ext cx="6240191" cy="1828800"/>
          </a:xfrm>
        </p:spPr>
        <p:txBody>
          <a:bodyPr anchor="t">
            <a:normAutofit/>
          </a:bodyPr>
          <a:lstStyle>
            <a:lvl1pPr marL="0" indent="0" algn="ctr">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5947654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064" y="4815415"/>
            <a:ext cx="9607163" cy="566738"/>
          </a:xfrm>
        </p:spPr>
        <p:txBody>
          <a:bodyPr anchor="b">
            <a:normAutofit/>
          </a:bodyPr>
          <a:lstStyle>
            <a:lvl1pPr algn="ctr">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156" y="1041400"/>
            <a:ext cx="10103340"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064" y="5382153"/>
            <a:ext cx="9607163" cy="493712"/>
          </a:xfrm>
        </p:spPr>
        <p:txBody>
          <a:bodyPr>
            <a:normAutofit/>
          </a:bodyPr>
          <a:lstStyle>
            <a:lvl1pPr marL="0" indent="0" algn="ctr">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422943642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528" y="982132"/>
            <a:ext cx="9590234" cy="2954868"/>
          </a:xfrm>
        </p:spPr>
        <p:txBody>
          <a:bodyPr anchor="ctr">
            <a:normAutofit/>
          </a:bodyPr>
          <a:lstStyle>
            <a:lvl1pPr algn="ctr">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303528" y="4343400"/>
            <a:ext cx="9590234" cy="1532467"/>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5" name="Straight Connector 14"/>
          <p:cNvCxnSpPr/>
          <p:nvPr/>
        </p:nvCxnSpPr>
        <p:spPr>
          <a:xfrm>
            <a:off x="1395806" y="4140199"/>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53213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5836" y="982132"/>
            <a:ext cx="9293977" cy="2370668"/>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376" y="3352800"/>
            <a:ext cx="8836900" cy="584200"/>
          </a:xfrm>
        </p:spPr>
        <p:txBody>
          <a:bodyPr anchor="ctr">
            <a:normAutofit/>
          </a:bodyPr>
          <a:lstStyle>
            <a:lvl1pPr marL="0" indent="0" algn="r">
              <a:buFontTx/>
              <a:buNone/>
              <a:defRPr sz="1999"/>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1295064" y="4343400"/>
            <a:ext cx="9607163" cy="1532467"/>
          </a:xfrm>
        </p:spPr>
        <p:txBody>
          <a:bodyPr anchor="ctr">
            <a:normAutofit/>
          </a:bodyPr>
          <a:lstStyle>
            <a:lvl1pPr marL="0" indent="0" algn="ctr">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sp>
        <p:nvSpPr>
          <p:cNvPr id="14" name="TextBox 13"/>
          <p:cNvSpPr txBox="1"/>
          <p:nvPr/>
        </p:nvSpPr>
        <p:spPr>
          <a:xfrm>
            <a:off x="861789" y="879961"/>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5" name="TextBox 14"/>
          <p:cNvSpPr txBox="1"/>
          <p:nvPr/>
        </p:nvSpPr>
        <p:spPr>
          <a:xfrm>
            <a:off x="10597507" y="2827870"/>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cxnSp>
        <p:nvCxnSpPr>
          <p:cNvPr id="19" name="Straight Connector 18"/>
          <p:cNvCxnSpPr/>
          <p:nvPr/>
        </p:nvCxnSpPr>
        <p:spPr>
          <a:xfrm>
            <a:off x="1395806" y="4140199"/>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13678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065" y="3308581"/>
            <a:ext cx="9607165" cy="1468800"/>
          </a:xfrm>
        </p:spPr>
        <p:txBody>
          <a:bodyPr anchor="b">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1295064" y="4777381"/>
            <a:ext cx="9607165" cy="860400"/>
          </a:xfrm>
        </p:spPr>
        <p:txBody>
          <a:bodyPr anchor="t">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304882527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5836" y="982132"/>
            <a:ext cx="9293977" cy="2243668"/>
          </a:xfrm>
        </p:spPr>
        <p:txBody>
          <a:bodyPr anchor="ctr">
            <a:normAutofit/>
          </a:bodyPr>
          <a:lstStyle>
            <a:lvl1pPr algn="ctr">
              <a:defRPr sz="3199"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064" y="3639312"/>
            <a:ext cx="9607165" cy="886968"/>
          </a:xfrm>
        </p:spPr>
        <p:txBody>
          <a:bodyPr anchor="b">
            <a:normAutofit/>
          </a:bodyPr>
          <a:lstStyle>
            <a:lvl1pPr marL="0" indent="0" algn="l">
              <a:spcBef>
                <a:spcPts val="0"/>
              </a:spcBef>
              <a:buNone/>
              <a:defRPr sz="23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064" y="4529667"/>
            <a:ext cx="9607165" cy="13462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sp>
        <p:nvSpPr>
          <p:cNvPr id="12" name="TextBox 11"/>
          <p:cNvSpPr txBox="1"/>
          <p:nvPr/>
        </p:nvSpPr>
        <p:spPr>
          <a:xfrm>
            <a:off x="861789" y="879961"/>
            <a:ext cx="609441" cy="584776"/>
          </a:xfrm>
          <a:prstGeom prst="rect">
            <a:avLst/>
          </a:prstGeom>
        </p:spPr>
        <p:txBody>
          <a:bodyPr vert="horz" lIns="91416" tIns="45708" rIns="91416" bIns="45708" rtlCol="0" anchor="ctr">
            <a:noAutofit/>
          </a:bodyPr>
          <a:lstStyle/>
          <a:p>
            <a:pPr lvl="0"/>
            <a:r>
              <a:rPr lang="en-US" sz="7998" dirty="0">
                <a:solidFill>
                  <a:schemeClr val="tx1"/>
                </a:solidFill>
                <a:effectLst/>
              </a:rPr>
              <a:t>“</a:t>
            </a:r>
          </a:p>
        </p:txBody>
      </p:sp>
      <p:sp>
        <p:nvSpPr>
          <p:cNvPr id="13" name="TextBox 12"/>
          <p:cNvSpPr txBox="1"/>
          <p:nvPr/>
        </p:nvSpPr>
        <p:spPr>
          <a:xfrm>
            <a:off x="10597507" y="2599261"/>
            <a:ext cx="609441" cy="584776"/>
          </a:xfrm>
          <a:prstGeom prst="rect">
            <a:avLst/>
          </a:prstGeom>
        </p:spPr>
        <p:txBody>
          <a:bodyPr vert="horz" lIns="91416" tIns="45708" rIns="91416" bIns="45708" rtlCol="0" anchor="ctr">
            <a:noAutofit/>
          </a:bodyPr>
          <a:lstStyle/>
          <a:p>
            <a:pPr lvl="0" algn="r"/>
            <a:r>
              <a:rPr lang="en-US" sz="7998" dirty="0">
                <a:solidFill>
                  <a:schemeClr val="tx1"/>
                </a:solidFill>
                <a:effectLst/>
              </a:rPr>
              <a:t>”</a:t>
            </a:r>
          </a:p>
        </p:txBody>
      </p:sp>
      <p:cxnSp>
        <p:nvCxnSpPr>
          <p:cNvPr id="26" name="Straight Connector 25"/>
          <p:cNvCxnSpPr/>
          <p:nvPr/>
        </p:nvCxnSpPr>
        <p:spPr>
          <a:xfrm>
            <a:off x="1395806" y="3429000"/>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244219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064" y="982132"/>
            <a:ext cx="9607163"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064" y="3630168"/>
            <a:ext cx="9607165" cy="841248"/>
          </a:xfrm>
        </p:spPr>
        <p:txBody>
          <a:bodyPr anchor="b">
            <a:normAutofit/>
          </a:bodyPr>
          <a:lstStyle>
            <a:lvl1pPr marL="0" indent="0" algn="l">
              <a:spcBef>
                <a:spcPts val="0"/>
              </a:spcBef>
              <a:buNone/>
              <a:defRPr sz="2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063" y="4470400"/>
            <a:ext cx="9607167" cy="1405467"/>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5" name="Straight Connector 14"/>
          <p:cNvCxnSpPr/>
          <p:nvPr/>
        </p:nvCxnSpPr>
        <p:spPr>
          <a:xfrm>
            <a:off x="1395806" y="3429000"/>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481991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4" name="Straight Connector 13"/>
          <p:cNvCxnSpPr/>
          <p:nvPr/>
        </p:nvCxnSpPr>
        <p:spPr>
          <a:xfrm>
            <a:off x="1395806" y="2421466"/>
            <a:ext cx="940484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379690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7013" y="982132"/>
            <a:ext cx="1890403"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061" y="982132"/>
            <a:ext cx="7431089"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AEAE4A8-A6E5-453E-B946-FB774B73F48C}" type="slidenum">
              <a:rPr lang="en-US" smtClean="0"/>
              <a:pPr/>
              <a:t>‹#›</a:t>
            </a:fld>
            <a:endParaRPr lang="en-US" dirty="0"/>
          </a:p>
        </p:txBody>
      </p:sp>
      <p:cxnSp>
        <p:nvCxnSpPr>
          <p:cNvPr id="14" name="Straight Connector 13"/>
          <p:cNvCxnSpPr/>
          <p:nvPr/>
        </p:nvCxnSpPr>
        <p:spPr>
          <a:xfrm>
            <a:off x="8861582"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628406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2118826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415552414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3.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2" y="0"/>
            <a:ext cx="12226777" cy="6856214"/>
            <a:chOff x="-15736" y="0"/>
            <a:chExt cx="12229962" cy="6856214"/>
          </a:xfrm>
        </p:grpSpPr>
        <p:pic>
          <p:nvPicPr>
            <p:cNvPr id="8" name="Picture 7" descr="HD-PanelContent.png"/>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7">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7">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065" y="982133"/>
            <a:ext cx="95986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064" y="2556932"/>
            <a:ext cx="95986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5241" y="5969000"/>
            <a:ext cx="15997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US" dirty="0"/>
          </a:p>
        </p:txBody>
      </p:sp>
      <p:sp>
        <p:nvSpPr>
          <p:cNvPr id="5" name="Footer Placeholder 4"/>
          <p:cNvSpPr>
            <a:spLocks noGrp="1"/>
          </p:cNvSpPr>
          <p:nvPr>
            <p:ph type="ftr" sz="quarter" idx="3"/>
          </p:nvPr>
        </p:nvSpPr>
        <p:spPr>
          <a:xfrm>
            <a:off x="1295064" y="5969000"/>
            <a:ext cx="730399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1205" y="5969000"/>
            <a:ext cx="542556"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2556164984"/>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695" r:id="rId20"/>
    <p:sldLayoutId id="2147483662" r:id="rId21"/>
    <p:sldLayoutId id="2147483682" r:id="rId22"/>
    <p:sldLayoutId id="2147483696" r:id="rId23"/>
    <p:sldLayoutId id="2147483693" r:id="rId24"/>
  </p:sldLayoutIdLst>
  <p:hf hdr="0" ftr="0" dt="0"/>
  <p:txStyles>
    <p:titleStyle>
      <a:lvl1pPr algn="ctr" defTabSz="457063" rtl="0" eaLnBrk="1" latinLnBrk="0" hangingPunct="1">
        <a:spcBef>
          <a:spcPct val="0"/>
        </a:spcBef>
        <a:buNone/>
        <a:defRPr sz="4399"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ct val="20000"/>
        </a:spcBef>
        <a:spcAft>
          <a:spcPts val="600"/>
        </a:spcAft>
        <a:buClr>
          <a:schemeClr val="accent1"/>
        </a:buClr>
        <a:buSzPct val="115000"/>
        <a:buFont typeface="Arial"/>
        <a:buChar char="•"/>
        <a:defRPr sz="2399" kern="1200" cap="none">
          <a:solidFill>
            <a:schemeClr val="tx1">
              <a:lumMod val="85000"/>
              <a:lumOff val="15000"/>
            </a:schemeClr>
          </a:solidFill>
          <a:effectLst/>
          <a:latin typeface="+mn-lt"/>
          <a:ea typeface="+mn-ea"/>
          <a:cs typeface="+mn-cs"/>
        </a:defRPr>
      </a:lvl1pPr>
      <a:lvl2pPr marL="742727" indent="-285664" algn="l" defTabSz="457063" rtl="0" eaLnBrk="1" latinLnBrk="0" hangingPunct="1">
        <a:spcBef>
          <a:spcPct val="20000"/>
        </a:spcBef>
        <a:spcAft>
          <a:spcPts val="600"/>
        </a:spcAft>
        <a:buClr>
          <a:schemeClr val="accent1"/>
        </a:buClr>
        <a:buSzPct val="115000"/>
        <a:buFont typeface="Arial"/>
        <a:buChar char="•"/>
        <a:defRPr sz="1999" kern="1200" cap="none">
          <a:solidFill>
            <a:schemeClr val="tx1">
              <a:lumMod val="85000"/>
              <a:lumOff val="15000"/>
            </a:schemeClr>
          </a:solidFill>
          <a:effectLst/>
          <a:latin typeface="+mn-lt"/>
          <a:ea typeface="+mn-ea"/>
          <a:cs typeface="+mn-cs"/>
        </a:defRPr>
      </a:lvl2pPr>
      <a:lvl3pPr marL="1199790" indent="-285664" algn="l" defTabSz="457063" rtl="0" eaLnBrk="1" latinLnBrk="0" hangingPunct="1">
        <a:spcBef>
          <a:spcPct val="20000"/>
        </a:spcBef>
        <a:spcAft>
          <a:spcPts val="600"/>
        </a:spcAft>
        <a:buClr>
          <a:schemeClr val="accent1"/>
        </a:buClr>
        <a:buSzPct val="115000"/>
        <a:buFont typeface="Arial"/>
        <a:buChar char="•"/>
        <a:defRPr sz="1799" kern="1200" cap="none">
          <a:solidFill>
            <a:schemeClr val="tx1">
              <a:lumMod val="85000"/>
              <a:lumOff val="15000"/>
            </a:schemeClr>
          </a:solidFill>
          <a:effectLst/>
          <a:latin typeface="+mn-lt"/>
          <a:ea typeface="+mn-ea"/>
          <a:cs typeface="+mn-cs"/>
        </a:defRPr>
      </a:lvl3pPr>
      <a:lvl4pPr marL="1542587" indent="-171399" algn="l" defTabSz="457063"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1999650" indent="-171399"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3846"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0908"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7971"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5034" indent="-228531" algn="l" defTabSz="457063"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7.png"/><Relationship Id="rId7" Type="http://schemas.openxmlformats.org/officeDocument/2006/relationships/image" Target="../media/image21.emf"/><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20.emf"/><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25.emf"/><Relationship Id="rId4" Type="http://schemas.openxmlformats.org/officeDocument/2006/relationships/image" Target="../media/image24.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normAutofit/>
          </a:bodyPr>
          <a:lstStyle/>
          <a:p>
            <a:r>
              <a:rPr lang="en-US" dirty="0"/>
              <a:t>Product Manufacture Exploration</a:t>
            </a:r>
          </a:p>
        </p:txBody>
      </p:sp>
      <p:sp>
        <p:nvSpPr>
          <p:cNvPr id="3" name="Content Placeholder 2"/>
          <p:cNvSpPr>
            <a:spLocks noGrp="1"/>
          </p:cNvSpPr>
          <p:nvPr>
            <p:ph type="body" sz="quarter" idx="10"/>
          </p:nvPr>
        </p:nvSpPr>
        <p:spPr/>
        <p:txBody>
          <a:bodyPr>
            <a:normAutofit/>
          </a:bodyPr>
          <a:lstStyle/>
          <a:p>
            <a:r>
              <a:rPr lang="en-US" dirty="0"/>
              <a:t>Developing Models Predicting Product Failure</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7970-E746-E3E9-C68B-11DCCFCD7F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0DFC506-91FD-851C-B5BE-BE261BCE6C36}"/>
              </a:ext>
            </a:extLst>
          </p:cNvPr>
          <p:cNvSpPr>
            <a:spLocks noGrp="1"/>
          </p:cNvSpPr>
          <p:nvPr>
            <p:ph type="title"/>
          </p:nvPr>
        </p:nvSpPr>
        <p:spPr>
          <a:xfrm>
            <a:off x="1293812" y="609600"/>
            <a:ext cx="4914900" cy="457201"/>
          </a:xfrm>
        </p:spPr>
        <p:txBody>
          <a:bodyPr>
            <a:normAutofit fontScale="90000"/>
          </a:bodyPr>
          <a:lstStyle/>
          <a:p>
            <a:r>
              <a:rPr lang="en-US" dirty="0"/>
              <a:t>Data Cleaning Strategy</a:t>
            </a:r>
          </a:p>
        </p:txBody>
      </p:sp>
      <p:sp>
        <p:nvSpPr>
          <p:cNvPr id="3" name="Slide Number Placeholder 2">
            <a:extLst>
              <a:ext uri="{FF2B5EF4-FFF2-40B4-BE49-F238E27FC236}">
                <a16:creationId xmlns:a16="http://schemas.microsoft.com/office/drawing/2014/main" id="{6F6D3304-1657-CB34-D654-EF890362ECC4}"/>
              </a:ext>
            </a:extLst>
          </p:cNvPr>
          <p:cNvSpPr>
            <a:spLocks noGrp="1"/>
          </p:cNvSpPr>
          <p:nvPr>
            <p:ph type="sldNum" sz="quarter" idx="12"/>
          </p:nvPr>
        </p:nvSpPr>
        <p:spPr/>
        <p:txBody>
          <a:bodyPr/>
          <a:lstStyle/>
          <a:p>
            <a:fld id="{AAEAE4A8-A6E5-453E-B946-FB774B73F48C}" type="slidenum">
              <a:rPr lang="en-US" smtClean="0"/>
              <a:pPr/>
              <a:t>2</a:t>
            </a:fld>
            <a:endParaRPr lang="en-US" dirty="0"/>
          </a:p>
        </p:txBody>
      </p:sp>
      <p:sp>
        <p:nvSpPr>
          <p:cNvPr id="5" name="TextBox 4">
            <a:extLst>
              <a:ext uri="{FF2B5EF4-FFF2-40B4-BE49-F238E27FC236}">
                <a16:creationId xmlns:a16="http://schemas.microsoft.com/office/drawing/2014/main" id="{F1A40F3F-E6D0-002C-FA99-364B0F217DE9}"/>
              </a:ext>
            </a:extLst>
          </p:cNvPr>
          <p:cNvSpPr txBox="1"/>
          <p:nvPr/>
        </p:nvSpPr>
        <p:spPr>
          <a:xfrm>
            <a:off x="1979612" y="1066801"/>
            <a:ext cx="7876691" cy="646331"/>
          </a:xfrm>
          <a:prstGeom prst="rect">
            <a:avLst/>
          </a:prstGeom>
          <a:noFill/>
          <a:ln>
            <a:solidFill>
              <a:schemeClr val="accent1"/>
            </a:solidFill>
          </a:ln>
        </p:spPr>
        <p:txBody>
          <a:bodyPr wrap="square" rtlCol="0" anchor="ctr" anchorCtr="1">
            <a:spAutoFit/>
          </a:bodyPr>
          <a:lstStyle/>
          <a:p>
            <a:r>
              <a:rPr lang="en-US" dirty="0"/>
              <a:t>Data cleaning is the preparation of raw data so it is accurate, consistent, and ready for analysis.</a:t>
            </a:r>
          </a:p>
        </p:txBody>
      </p:sp>
      <p:pic>
        <p:nvPicPr>
          <p:cNvPr id="7" name="Picture 6">
            <a:extLst>
              <a:ext uri="{FF2B5EF4-FFF2-40B4-BE49-F238E27FC236}">
                <a16:creationId xmlns:a16="http://schemas.microsoft.com/office/drawing/2014/main" id="{CF4DF40E-A030-1342-D314-2BBE14E95C38}"/>
              </a:ext>
            </a:extLst>
          </p:cNvPr>
          <p:cNvPicPr>
            <a:picLocks noChangeAspect="1"/>
          </p:cNvPicPr>
          <p:nvPr/>
        </p:nvPicPr>
        <p:blipFill>
          <a:blip r:embed="rId3"/>
          <a:stretch>
            <a:fillRect/>
          </a:stretch>
        </p:blipFill>
        <p:spPr>
          <a:xfrm>
            <a:off x="1186150" y="1981200"/>
            <a:ext cx="2862985" cy="2286000"/>
          </a:xfrm>
          <a:prstGeom prst="rect">
            <a:avLst/>
          </a:prstGeom>
          <a:ln>
            <a:solidFill>
              <a:schemeClr val="accent1"/>
            </a:solidFill>
          </a:ln>
        </p:spPr>
      </p:pic>
      <p:pic>
        <p:nvPicPr>
          <p:cNvPr id="9" name="Picture 8">
            <a:extLst>
              <a:ext uri="{FF2B5EF4-FFF2-40B4-BE49-F238E27FC236}">
                <a16:creationId xmlns:a16="http://schemas.microsoft.com/office/drawing/2014/main" id="{A52C6421-D259-2628-D77A-D34BB669FB0B}"/>
              </a:ext>
            </a:extLst>
          </p:cNvPr>
          <p:cNvPicPr>
            <a:picLocks noChangeAspect="1"/>
          </p:cNvPicPr>
          <p:nvPr/>
        </p:nvPicPr>
        <p:blipFill>
          <a:blip r:embed="rId4"/>
          <a:stretch>
            <a:fillRect/>
          </a:stretch>
        </p:blipFill>
        <p:spPr>
          <a:xfrm>
            <a:off x="4662919" y="1981200"/>
            <a:ext cx="2862985" cy="2286000"/>
          </a:xfrm>
          <a:prstGeom prst="rect">
            <a:avLst/>
          </a:prstGeom>
          <a:ln>
            <a:solidFill>
              <a:schemeClr val="accent1"/>
            </a:solidFill>
          </a:ln>
        </p:spPr>
      </p:pic>
      <p:pic>
        <p:nvPicPr>
          <p:cNvPr id="12" name="Picture 11">
            <a:extLst>
              <a:ext uri="{FF2B5EF4-FFF2-40B4-BE49-F238E27FC236}">
                <a16:creationId xmlns:a16="http://schemas.microsoft.com/office/drawing/2014/main" id="{C3172E87-BD77-D9CC-7444-5FB176D61603}"/>
              </a:ext>
            </a:extLst>
          </p:cNvPr>
          <p:cNvPicPr>
            <a:picLocks noChangeAspect="1"/>
          </p:cNvPicPr>
          <p:nvPr/>
        </p:nvPicPr>
        <p:blipFill>
          <a:blip r:embed="rId5"/>
          <a:stretch>
            <a:fillRect/>
          </a:stretch>
        </p:blipFill>
        <p:spPr>
          <a:xfrm>
            <a:off x="8347797" y="1981200"/>
            <a:ext cx="2753197" cy="2286000"/>
          </a:xfrm>
          <a:prstGeom prst="rect">
            <a:avLst/>
          </a:prstGeom>
          <a:ln>
            <a:solidFill>
              <a:schemeClr val="accent1"/>
            </a:solidFill>
          </a:ln>
        </p:spPr>
      </p:pic>
      <p:sp>
        <p:nvSpPr>
          <p:cNvPr id="13" name="TextBox 12">
            <a:extLst>
              <a:ext uri="{FF2B5EF4-FFF2-40B4-BE49-F238E27FC236}">
                <a16:creationId xmlns:a16="http://schemas.microsoft.com/office/drawing/2014/main" id="{9B2C75DE-CDF8-B891-56DA-C41EC7AB669E}"/>
              </a:ext>
            </a:extLst>
          </p:cNvPr>
          <p:cNvSpPr txBox="1"/>
          <p:nvPr/>
        </p:nvSpPr>
        <p:spPr>
          <a:xfrm>
            <a:off x="1979612" y="4648200"/>
            <a:ext cx="9121382" cy="523220"/>
          </a:xfrm>
          <a:prstGeom prst="rect">
            <a:avLst/>
          </a:prstGeom>
          <a:noFill/>
        </p:spPr>
        <p:txBody>
          <a:bodyPr wrap="square" rtlCol="0">
            <a:spAutoFit/>
          </a:bodyPr>
          <a:lstStyle/>
          <a:p>
            <a:r>
              <a:rPr lang="en-US" sz="1400" dirty="0"/>
              <a:t>As an initial step, missing data was identified and explored for patterns of missingness. Some variables had a higher missingness rate. The missing data was determined to be Missing At Random (MAR).</a:t>
            </a:r>
          </a:p>
        </p:txBody>
      </p:sp>
    </p:spTree>
    <p:extLst>
      <p:ext uri="{BB962C8B-B14F-4D97-AF65-F5344CB8AC3E}">
        <p14:creationId xmlns:p14="http://schemas.microsoft.com/office/powerpoint/2010/main" val="3060001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77212-4385-927B-C28C-1026FA6202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6F7787F-5848-34D3-7E84-0EA114CC49C2}"/>
              </a:ext>
            </a:extLst>
          </p:cNvPr>
          <p:cNvSpPr>
            <a:spLocks noGrp="1"/>
          </p:cNvSpPr>
          <p:nvPr>
            <p:ph type="title"/>
          </p:nvPr>
        </p:nvSpPr>
        <p:spPr>
          <a:xfrm>
            <a:off x="1293812" y="609600"/>
            <a:ext cx="4914900" cy="457201"/>
          </a:xfrm>
        </p:spPr>
        <p:txBody>
          <a:bodyPr>
            <a:normAutofit fontScale="90000"/>
          </a:bodyPr>
          <a:lstStyle/>
          <a:p>
            <a:r>
              <a:rPr lang="en-US" dirty="0"/>
              <a:t>Data Cleaning Strategy</a:t>
            </a:r>
          </a:p>
        </p:txBody>
      </p:sp>
      <p:sp>
        <p:nvSpPr>
          <p:cNvPr id="3" name="Slide Number Placeholder 2">
            <a:extLst>
              <a:ext uri="{FF2B5EF4-FFF2-40B4-BE49-F238E27FC236}">
                <a16:creationId xmlns:a16="http://schemas.microsoft.com/office/drawing/2014/main" id="{2960A8FD-A136-41F8-2D04-CF3884C150B6}"/>
              </a:ext>
            </a:extLst>
          </p:cNvPr>
          <p:cNvSpPr>
            <a:spLocks noGrp="1"/>
          </p:cNvSpPr>
          <p:nvPr>
            <p:ph type="sldNum" sz="quarter" idx="12"/>
          </p:nvPr>
        </p:nvSpPr>
        <p:spPr/>
        <p:txBody>
          <a:bodyPr/>
          <a:lstStyle/>
          <a:p>
            <a:fld id="{AAEAE4A8-A6E5-453E-B946-FB774B73F48C}" type="slidenum">
              <a:rPr lang="en-US" smtClean="0"/>
              <a:pPr/>
              <a:t>3</a:t>
            </a:fld>
            <a:endParaRPr lang="en-US" dirty="0"/>
          </a:p>
        </p:txBody>
      </p:sp>
      <p:sp>
        <p:nvSpPr>
          <p:cNvPr id="5" name="TextBox 4">
            <a:extLst>
              <a:ext uri="{FF2B5EF4-FFF2-40B4-BE49-F238E27FC236}">
                <a16:creationId xmlns:a16="http://schemas.microsoft.com/office/drawing/2014/main" id="{D6F0E827-7A8E-1339-C298-8279563A4650}"/>
              </a:ext>
            </a:extLst>
          </p:cNvPr>
          <p:cNvSpPr txBox="1"/>
          <p:nvPr/>
        </p:nvSpPr>
        <p:spPr>
          <a:xfrm>
            <a:off x="1979612" y="1147309"/>
            <a:ext cx="6275698" cy="369332"/>
          </a:xfrm>
          <a:prstGeom prst="rect">
            <a:avLst/>
          </a:prstGeom>
          <a:noFill/>
          <a:ln>
            <a:solidFill>
              <a:schemeClr val="accent1"/>
            </a:solidFill>
          </a:ln>
        </p:spPr>
        <p:txBody>
          <a:bodyPr wrap="square" rtlCol="0" anchor="ctr" anchorCtr="1">
            <a:spAutoFit/>
          </a:bodyPr>
          <a:lstStyle/>
          <a:p>
            <a:r>
              <a:rPr lang="en-US" dirty="0"/>
              <a:t>Exploring data distributions for outliers in variables in the dataset</a:t>
            </a:r>
          </a:p>
        </p:txBody>
      </p:sp>
      <p:pic>
        <p:nvPicPr>
          <p:cNvPr id="7" name="Picture 6">
            <a:extLst>
              <a:ext uri="{FF2B5EF4-FFF2-40B4-BE49-F238E27FC236}">
                <a16:creationId xmlns:a16="http://schemas.microsoft.com/office/drawing/2014/main" id="{E683E6D9-1904-884C-AAE0-E30D48CCC191}"/>
              </a:ext>
            </a:extLst>
          </p:cNvPr>
          <p:cNvPicPr>
            <a:picLocks noChangeAspect="1"/>
          </p:cNvPicPr>
          <p:nvPr/>
        </p:nvPicPr>
        <p:blipFill>
          <a:blip r:embed="rId3"/>
          <a:stretch>
            <a:fillRect/>
          </a:stretch>
        </p:blipFill>
        <p:spPr>
          <a:xfrm>
            <a:off x="1944892" y="1845670"/>
            <a:ext cx="3100863" cy="2457740"/>
          </a:xfrm>
          <a:prstGeom prst="rect">
            <a:avLst/>
          </a:prstGeom>
          <a:ln>
            <a:solidFill>
              <a:schemeClr val="accent1"/>
            </a:solidFill>
          </a:ln>
        </p:spPr>
      </p:pic>
      <p:sp>
        <p:nvSpPr>
          <p:cNvPr id="8" name="TextBox 7">
            <a:extLst>
              <a:ext uri="{FF2B5EF4-FFF2-40B4-BE49-F238E27FC236}">
                <a16:creationId xmlns:a16="http://schemas.microsoft.com/office/drawing/2014/main" id="{7D600D06-5339-B948-26F9-2E5B0F1E121C}"/>
              </a:ext>
            </a:extLst>
          </p:cNvPr>
          <p:cNvSpPr txBox="1"/>
          <p:nvPr/>
        </p:nvSpPr>
        <p:spPr>
          <a:xfrm>
            <a:off x="1944894" y="4471923"/>
            <a:ext cx="1992853" cy="307777"/>
          </a:xfrm>
          <a:prstGeom prst="rect">
            <a:avLst/>
          </a:prstGeom>
          <a:noFill/>
        </p:spPr>
        <p:txBody>
          <a:bodyPr wrap="none" rtlCol="0">
            <a:spAutoFit/>
          </a:bodyPr>
          <a:lstStyle/>
          <a:p>
            <a:r>
              <a:rPr lang="en-US" sz="1400" dirty="0"/>
              <a:t>Example data distribution</a:t>
            </a:r>
          </a:p>
        </p:txBody>
      </p:sp>
      <p:pic>
        <p:nvPicPr>
          <p:cNvPr id="13" name="Picture 12">
            <a:extLst>
              <a:ext uri="{FF2B5EF4-FFF2-40B4-BE49-F238E27FC236}">
                <a16:creationId xmlns:a16="http://schemas.microsoft.com/office/drawing/2014/main" id="{A9E614D6-19AC-1F0E-AB58-1D6CB8628145}"/>
              </a:ext>
            </a:extLst>
          </p:cNvPr>
          <p:cNvPicPr>
            <a:picLocks noChangeAspect="1"/>
          </p:cNvPicPr>
          <p:nvPr/>
        </p:nvPicPr>
        <p:blipFill>
          <a:blip r:embed="rId4"/>
          <a:stretch>
            <a:fillRect/>
          </a:stretch>
        </p:blipFill>
        <p:spPr>
          <a:xfrm>
            <a:off x="5332412" y="1845670"/>
            <a:ext cx="3100863" cy="2457740"/>
          </a:xfrm>
          <a:prstGeom prst="rect">
            <a:avLst/>
          </a:prstGeom>
          <a:ln>
            <a:solidFill>
              <a:schemeClr val="accent1"/>
            </a:solidFill>
          </a:ln>
        </p:spPr>
      </p:pic>
      <p:sp>
        <p:nvSpPr>
          <p:cNvPr id="14" name="TextBox 13">
            <a:extLst>
              <a:ext uri="{FF2B5EF4-FFF2-40B4-BE49-F238E27FC236}">
                <a16:creationId xmlns:a16="http://schemas.microsoft.com/office/drawing/2014/main" id="{B8D10B07-14DA-A33B-6929-D0F97F9792B3}"/>
              </a:ext>
            </a:extLst>
          </p:cNvPr>
          <p:cNvSpPr txBox="1"/>
          <p:nvPr/>
        </p:nvSpPr>
        <p:spPr>
          <a:xfrm>
            <a:off x="5332412" y="4476931"/>
            <a:ext cx="2843209" cy="523220"/>
          </a:xfrm>
          <a:prstGeom prst="rect">
            <a:avLst/>
          </a:prstGeom>
          <a:noFill/>
        </p:spPr>
        <p:txBody>
          <a:bodyPr wrap="square" rtlCol="0">
            <a:spAutoFit/>
          </a:bodyPr>
          <a:lstStyle/>
          <a:p>
            <a:r>
              <a:rPr lang="en-US" sz="1400" dirty="0"/>
              <a:t>Anomaly observed; intervals missing, outliers present</a:t>
            </a:r>
          </a:p>
        </p:txBody>
      </p:sp>
      <p:sp>
        <p:nvSpPr>
          <p:cNvPr id="15" name="TextBox 14">
            <a:extLst>
              <a:ext uri="{FF2B5EF4-FFF2-40B4-BE49-F238E27FC236}">
                <a16:creationId xmlns:a16="http://schemas.microsoft.com/office/drawing/2014/main" id="{E3251BC8-5544-383A-11B2-3C79B10D081C}"/>
              </a:ext>
            </a:extLst>
          </p:cNvPr>
          <p:cNvSpPr txBox="1"/>
          <p:nvPr/>
        </p:nvSpPr>
        <p:spPr>
          <a:xfrm>
            <a:off x="1979612" y="5075652"/>
            <a:ext cx="8305800" cy="1169551"/>
          </a:xfrm>
          <a:prstGeom prst="rect">
            <a:avLst/>
          </a:prstGeom>
          <a:noFill/>
        </p:spPr>
        <p:txBody>
          <a:bodyPr wrap="square" rtlCol="0">
            <a:spAutoFit/>
          </a:bodyPr>
          <a:lstStyle/>
          <a:p>
            <a:r>
              <a:rPr lang="en-US" sz="1400" dirty="0"/>
              <a:t>The distribution of each numeric variable was explored to pinpoint significant outliers and other anomalies. An example distribution of one of the dataset variables, “loading”, is provided above. Outliers and variable distribution anomalies are noted for the “measurement_2” variable. This variable may be a strong predictor for product failure, as noted later. All other numeric variables showed reasonable distribution profiles. The outliers were filtered out for numeric variables where present, including “measurement_2” .</a:t>
            </a:r>
          </a:p>
        </p:txBody>
      </p:sp>
    </p:spTree>
    <p:extLst>
      <p:ext uri="{BB962C8B-B14F-4D97-AF65-F5344CB8AC3E}">
        <p14:creationId xmlns:p14="http://schemas.microsoft.com/office/powerpoint/2010/main" val="2097223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97C3B-4606-01AE-0434-85B7493B45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C9731E-4AE8-BDF7-E2B1-0529BEF37168}"/>
              </a:ext>
            </a:extLst>
          </p:cNvPr>
          <p:cNvSpPr>
            <a:spLocks noGrp="1"/>
          </p:cNvSpPr>
          <p:nvPr>
            <p:ph type="title"/>
          </p:nvPr>
        </p:nvSpPr>
        <p:spPr>
          <a:xfrm>
            <a:off x="1293812" y="609600"/>
            <a:ext cx="4914900" cy="457201"/>
          </a:xfrm>
        </p:spPr>
        <p:txBody>
          <a:bodyPr>
            <a:normAutofit fontScale="90000"/>
          </a:bodyPr>
          <a:lstStyle/>
          <a:p>
            <a:r>
              <a:rPr lang="en-US" dirty="0"/>
              <a:t>Data Cleaning Strategy</a:t>
            </a:r>
          </a:p>
        </p:txBody>
      </p:sp>
      <p:sp>
        <p:nvSpPr>
          <p:cNvPr id="3" name="Slide Number Placeholder 2">
            <a:extLst>
              <a:ext uri="{FF2B5EF4-FFF2-40B4-BE49-F238E27FC236}">
                <a16:creationId xmlns:a16="http://schemas.microsoft.com/office/drawing/2014/main" id="{6A9B5D9C-AF6A-831C-507E-E99200388046}"/>
              </a:ext>
            </a:extLst>
          </p:cNvPr>
          <p:cNvSpPr>
            <a:spLocks noGrp="1"/>
          </p:cNvSpPr>
          <p:nvPr>
            <p:ph type="sldNum" sz="quarter" idx="12"/>
          </p:nvPr>
        </p:nvSpPr>
        <p:spPr/>
        <p:txBody>
          <a:bodyPr/>
          <a:lstStyle/>
          <a:p>
            <a:fld id="{AAEAE4A8-A6E5-453E-B946-FB774B73F48C}" type="slidenum">
              <a:rPr lang="en-US" smtClean="0"/>
              <a:pPr/>
              <a:t>4</a:t>
            </a:fld>
            <a:endParaRPr lang="en-US" dirty="0"/>
          </a:p>
        </p:txBody>
      </p:sp>
      <p:sp>
        <p:nvSpPr>
          <p:cNvPr id="5" name="TextBox 4">
            <a:extLst>
              <a:ext uri="{FF2B5EF4-FFF2-40B4-BE49-F238E27FC236}">
                <a16:creationId xmlns:a16="http://schemas.microsoft.com/office/drawing/2014/main" id="{A59D2935-CE8A-9A95-4380-4949127D4658}"/>
              </a:ext>
            </a:extLst>
          </p:cNvPr>
          <p:cNvSpPr txBox="1"/>
          <p:nvPr/>
        </p:nvSpPr>
        <p:spPr>
          <a:xfrm>
            <a:off x="1979612" y="1147309"/>
            <a:ext cx="7162800" cy="369332"/>
          </a:xfrm>
          <a:prstGeom prst="rect">
            <a:avLst/>
          </a:prstGeom>
          <a:noFill/>
          <a:ln>
            <a:solidFill>
              <a:schemeClr val="accent1"/>
            </a:solidFill>
          </a:ln>
        </p:spPr>
        <p:txBody>
          <a:bodyPr wrap="square" rtlCol="0" anchor="ctr" anchorCtr="1">
            <a:spAutoFit/>
          </a:bodyPr>
          <a:lstStyle/>
          <a:p>
            <a:r>
              <a:rPr lang="en-US" dirty="0"/>
              <a:t>Missing data randomness verified, outliers deleted; data cleaned by imputation</a:t>
            </a:r>
          </a:p>
        </p:txBody>
      </p:sp>
      <p:pic>
        <p:nvPicPr>
          <p:cNvPr id="6" name="Picture 5">
            <a:extLst>
              <a:ext uri="{FF2B5EF4-FFF2-40B4-BE49-F238E27FC236}">
                <a16:creationId xmlns:a16="http://schemas.microsoft.com/office/drawing/2014/main" id="{97298D9C-6591-A465-DC16-AAB8F258FC88}"/>
              </a:ext>
            </a:extLst>
          </p:cNvPr>
          <p:cNvPicPr>
            <a:picLocks noChangeAspect="1"/>
          </p:cNvPicPr>
          <p:nvPr/>
        </p:nvPicPr>
        <p:blipFill>
          <a:blip r:embed="rId3"/>
          <a:stretch>
            <a:fillRect/>
          </a:stretch>
        </p:blipFill>
        <p:spPr>
          <a:xfrm>
            <a:off x="6932612" y="2282805"/>
            <a:ext cx="3962400" cy="286232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TextBox 9">
            <a:extLst>
              <a:ext uri="{FF2B5EF4-FFF2-40B4-BE49-F238E27FC236}">
                <a16:creationId xmlns:a16="http://schemas.microsoft.com/office/drawing/2014/main" id="{D51F8EA4-A6BE-6F9B-E275-2CEC282A6D9F}"/>
              </a:ext>
            </a:extLst>
          </p:cNvPr>
          <p:cNvSpPr txBox="1"/>
          <p:nvPr/>
        </p:nvSpPr>
        <p:spPr>
          <a:xfrm>
            <a:off x="2007841" y="2413337"/>
            <a:ext cx="4343400" cy="2308324"/>
          </a:xfrm>
          <a:prstGeom prst="rect">
            <a:avLst/>
          </a:prstGeom>
          <a:noFill/>
          <a:ln>
            <a:noFill/>
          </a:ln>
        </p:spPr>
        <p:txBody>
          <a:bodyPr wrap="square">
            <a:spAutoFit/>
          </a:bodyPr>
          <a:lstStyle/>
          <a:p>
            <a:r>
              <a:rPr lang="en-US" dirty="0"/>
              <a:t>Three ways to clean data:</a:t>
            </a:r>
          </a:p>
          <a:p>
            <a:pPr marL="285750" indent="-285750">
              <a:buFont typeface="Arial" panose="020B0604020202020204" pitchFamily="34" charset="0"/>
              <a:buChar char="•"/>
            </a:pPr>
            <a:r>
              <a:rPr lang="en-US" dirty="0"/>
              <a:t>Column-wise deletion</a:t>
            </a:r>
            <a:endParaRPr lang="en-US" baseline="30000" dirty="0"/>
          </a:p>
          <a:p>
            <a:pPr marL="285750" indent="-285750">
              <a:buFont typeface="Arial" panose="020B0604020202020204" pitchFamily="34" charset="0"/>
              <a:buChar char="•"/>
            </a:pPr>
            <a:r>
              <a:rPr lang="en-US" dirty="0"/>
              <a:t>Row-wise deletion</a:t>
            </a:r>
            <a:endParaRPr lang="en-US" baseline="30000" dirty="0"/>
          </a:p>
          <a:p>
            <a:pPr marL="285750" indent="-285750">
              <a:buFont typeface="Arial" panose="020B0604020202020204" pitchFamily="34" charset="0"/>
              <a:buChar char="•"/>
            </a:pPr>
            <a:r>
              <a:rPr lang="en-US" dirty="0"/>
              <a:t>Imputation</a:t>
            </a:r>
          </a:p>
          <a:p>
            <a:endParaRPr lang="en-US" dirty="0"/>
          </a:p>
          <a:p>
            <a:r>
              <a:rPr lang="en-US" dirty="0"/>
              <a:t>Dataset cleaned by row-wise deletion of outliers, then imputation: prepared/ imputed missing data with statistically formed values</a:t>
            </a:r>
          </a:p>
        </p:txBody>
      </p:sp>
    </p:spTree>
    <p:extLst>
      <p:ext uri="{BB962C8B-B14F-4D97-AF65-F5344CB8AC3E}">
        <p14:creationId xmlns:p14="http://schemas.microsoft.com/office/powerpoint/2010/main" val="1327213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FC717FE-BCED-84E0-51E6-EE31F0348F07}"/>
              </a:ext>
            </a:extLst>
          </p:cNvPr>
          <p:cNvSpPr>
            <a:spLocks noGrp="1"/>
          </p:cNvSpPr>
          <p:nvPr>
            <p:ph type="title"/>
          </p:nvPr>
        </p:nvSpPr>
        <p:spPr>
          <a:xfrm>
            <a:off x="1293812" y="609600"/>
            <a:ext cx="4914900" cy="457201"/>
          </a:xfrm>
        </p:spPr>
        <p:txBody>
          <a:bodyPr>
            <a:normAutofit fontScale="90000"/>
          </a:bodyPr>
          <a:lstStyle/>
          <a:p>
            <a:r>
              <a:rPr lang="en-US" dirty="0"/>
              <a:t>Variable Selection</a:t>
            </a:r>
          </a:p>
        </p:txBody>
      </p:sp>
      <p:sp>
        <p:nvSpPr>
          <p:cNvPr id="3" name="Slide Number Placeholder 2">
            <a:extLst>
              <a:ext uri="{FF2B5EF4-FFF2-40B4-BE49-F238E27FC236}">
                <a16:creationId xmlns:a16="http://schemas.microsoft.com/office/drawing/2014/main" id="{D5D044B4-49AD-20F7-17BB-E5A0C27444E0}"/>
              </a:ext>
            </a:extLst>
          </p:cNvPr>
          <p:cNvSpPr>
            <a:spLocks noGrp="1"/>
          </p:cNvSpPr>
          <p:nvPr>
            <p:ph type="sldNum" sz="quarter" idx="12"/>
          </p:nvPr>
        </p:nvSpPr>
        <p:spPr/>
        <p:txBody>
          <a:bodyPr/>
          <a:lstStyle/>
          <a:p>
            <a:fld id="{AAEAE4A8-A6E5-453E-B946-FB774B73F48C}" type="slidenum">
              <a:rPr lang="en-US" smtClean="0"/>
              <a:pPr/>
              <a:t>5</a:t>
            </a:fld>
            <a:endParaRPr lang="en-US" dirty="0"/>
          </a:p>
        </p:txBody>
      </p:sp>
      <p:sp>
        <p:nvSpPr>
          <p:cNvPr id="5" name="TextBox 4">
            <a:extLst>
              <a:ext uri="{FF2B5EF4-FFF2-40B4-BE49-F238E27FC236}">
                <a16:creationId xmlns:a16="http://schemas.microsoft.com/office/drawing/2014/main" id="{409AAA3E-0135-78E1-8CDD-C6C9F554543E}"/>
              </a:ext>
            </a:extLst>
          </p:cNvPr>
          <p:cNvSpPr txBox="1"/>
          <p:nvPr/>
        </p:nvSpPr>
        <p:spPr>
          <a:xfrm>
            <a:off x="2436812" y="1122402"/>
            <a:ext cx="6002338" cy="369332"/>
          </a:xfrm>
          <a:prstGeom prst="rect">
            <a:avLst/>
          </a:prstGeom>
          <a:noFill/>
          <a:ln>
            <a:solidFill>
              <a:schemeClr val="accent1">
                <a:lumMod val="75000"/>
              </a:schemeClr>
            </a:solidFill>
          </a:ln>
        </p:spPr>
        <p:txBody>
          <a:bodyPr wrap="square" rtlCol="0" anchor="ctr" anchorCtr="1">
            <a:spAutoFit/>
          </a:bodyPr>
          <a:lstStyle/>
          <a:p>
            <a:r>
              <a:rPr lang="en-US" dirty="0"/>
              <a:t>Identifying Strong Predictors of Failure: </a:t>
            </a:r>
            <a:r>
              <a:rPr lang="en-US" b="1" dirty="0"/>
              <a:t>Categorical Variables</a:t>
            </a:r>
          </a:p>
        </p:txBody>
      </p:sp>
      <p:pic>
        <p:nvPicPr>
          <p:cNvPr id="10" name="Picture 9">
            <a:extLst>
              <a:ext uri="{FF2B5EF4-FFF2-40B4-BE49-F238E27FC236}">
                <a16:creationId xmlns:a16="http://schemas.microsoft.com/office/drawing/2014/main" id="{19CF9BC7-643D-6694-63DF-CFA8143F21DC}"/>
              </a:ext>
            </a:extLst>
          </p:cNvPr>
          <p:cNvPicPr>
            <a:picLocks noChangeAspect="1"/>
          </p:cNvPicPr>
          <p:nvPr/>
        </p:nvPicPr>
        <p:blipFill>
          <a:blip r:embed="rId3"/>
          <a:stretch>
            <a:fillRect/>
          </a:stretch>
        </p:blipFill>
        <p:spPr>
          <a:xfrm>
            <a:off x="912813" y="4151759"/>
            <a:ext cx="2667000" cy="2020441"/>
          </a:xfrm>
          <a:prstGeom prst="rect">
            <a:avLst/>
          </a:prstGeom>
        </p:spPr>
      </p:pic>
      <p:pic>
        <p:nvPicPr>
          <p:cNvPr id="12" name="Picture 11">
            <a:extLst>
              <a:ext uri="{FF2B5EF4-FFF2-40B4-BE49-F238E27FC236}">
                <a16:creationId xmlns:a16="http://schemas.microsoft.com/office/drawing/2014/main" id="{4CDCA0CA-D193-616D-A14F-0793967617EA}"/>
              </a:ext>
            </a:extLst>
          </p:cNvPr>
          <p:cNvPicPr>
            <a:picLocks noChangeAspect="1"/>
          </p:cNvPicPr>
          <p:nvPr/>
        </p:nvPicPr>
        <p:blipFill>
          <a:blip r:embed="rId4"/>
          <a:stretch>
            <a:fillRect/>
          </a:stretch>
        </p:blipFill>
        <p:spPr>
          <a:xfrm>
            <a:off x="912813" y="1828799"/>
            <a:ext cx="2667000" cy="2133601"/>
          </a:xfrm>
          <a:prstGeom prst="rect">
            <a:avLst/>
          </a:prstGeom>
        </p:spPr>
      </p:pic>
      <p:pic>
        <p:nvPicPr>
          <p:cNvPr id="14" name="Picture 13">
            <a:extLst>
              <a:ext uri="{FF2B5EF4-FFF2-40B4-BE49-F238E27FC236}">
                <a16:creationId xmlns:a16="http://schemas.microsoft.com/office/drawing/2014/main" id="{4C506E55-AF13-CB3C-9E05-DBE881CDD84F}"/>
              </a:ext>
            </a:extLst>
          </p:cNvPr>
          <p:cNvPicPr>
            <a:picLocks noChangeAspect="1"/>
          </p:cNvPicPr>
          <p:nvPr/>
        </p:nvPicPr>
        <p:blipFill>
          <a:blip r:embed="rId5"/>
          <a:stretch>
            <a:fillRect/>
          </a:stretch>
        </p:blipFill>
        <p:spPr>
          <a:xfrm>
            <a:off x="7618412" y="1834794"/>
            <a:ext cx="3657600" cy="2127606"/>
          </a:xfrm>
          <a:prstGeom prst="rect">
            <a:avLst/>
          </a:prstGeom>
        </p:spPr>
      </p:pic>
      <p:pic>
        <p:nvPicPr>
          <p:cNvPr id="16" name="Picture 15">
            <a:extLst>
              <a:ext uri="{FF2B5EF4-FFF2-40B4-BE49-F238E27FC236}">
                <a16:creationId xmlns:a16="http://schemas.microsoft.com/office/drawing/2014/main" id="{33E066F6-821C-7A38-27C9-D271441A7FD4}"/>
              </a:ext>
            </a:extLst>
          </p:cNvPr>
          <p:cNvPicPr>
            <a:picLocks noChangeAspect="1"/>
          </p:cNvPicPr>
          <p:nvPr/>
        </p:nvPicPr>
        <p:blipFill>
          <a:blip r:embed="rId6"/>
          <a:stretch>
            <a:fillRect/>
          </a:stretch>
        </p:blipFill>
        <p:spPr>
          <a:xfrm>
            <a:off x="3579813" y="1877568"/>
            <a:ext cx="3381375" cy="828675"/>
          </a:xfrm>
          <a:prstGeom prst="rect">
            <a:avLst/>
          </a:prstGeom>
        </p:spPr>
      </p:pic>
      <p:pic>
        <p:nvPicPr>
          <p:cNvPr id="18" name="Picture 17">
            <a:extLst>
              <a:ext uri="{FF2B5EF4-FFF2-40B4-BE49-F238E27FC236}">
                <a16:creationId xmlns:a16="http://schemas.microsoft.com/office/drawing/2014/main" id="{1053C735-B729-D30E-673A-491313080D0C}"/>
              </a:ext>
            </a:extLst>
          </p:cNvPr>
          <p:cNvPicPr>
            <a:picLocks noChangeAspect="1"/>
          </p:cNvPicPr>
          <p:nvPr/>
        </p:nvPicPr>
        <p:blipFill>
          <a:blip r:embed="rId7"/>
          <a:stretch>
            <a:fillRect/>
          </a:stretch>
        </p:blipFill>
        <p:spPr>
          <a:xfrm>
            <a:off x="3579813" y="4179190"/>
            <a:ext cx="3381375" cy="1019175"/>
          </a:xfrm>
          <a:prstGeom prst="rect">
            <a:avLst/>
          </a:prstGeom>
        </p:spPr>
      </p:pic>
      <p:pic>
        <p:nvPicPr>
          <p:cNvPr id="22" name="Picture 21">
            <a:extLst>
              <a:ext uri="{FF2B5EF4-FFF2-40B4-BE49-F238E27FC236}">
                <a16:creationId xmlns:a16="http://schemas.microsoft.com/office/drawing/2014/main" id="{15AB77C6-3945-D293-271B-54A68326A0D9}"/>
              </a:ext>
            </a:extLst>
          </p:cNvPr>
          <p:cNvPicPr>
            <a:picLocks noChangeAspect="1"/>
          </p:cNvPicPr>
          <p:nvPr/>
        </p:nvPicPr>
        <p:blipFill>
          <a:blip r:embed="rId8"/>
          <a:stretch>
            <a:fillRect/>
          </a:stretch>
        </p:blipFill>
        <p:spPr>
          <a:xfrm>
            <a:off x="8061324" y="4343400"/>
            <a:ext cx="2771775" cy="1392198"/>
          </a:xfrm>
          <a:prstGeom prst="rect">
            <a:avLst/>
          </a:prstGeom>
        </p:spPr>
      </p:pic>
      <p:sp>
        <p:nvSpPr>
          <p:cNvPr id="2" name="Arrow: Right 1">
            <a:extLst>
              <a:ext uri="{FF2B5EF4-FFF2-40B4-BE49-F238E27FC236}">
                <a16:creationId xmlns:a16="http://schemas.microsoft.com/office/drawing/2014/main" id="{A523222E-B7F7-310C-B08A-67CBF9622CB7}"/>
              </a:ext>
            </a:extLst>
          </p:cNvPr>
          <p:cNvSpPr/>
          <p:nvPr/>
        </p:nvSpPr>
        <p:spPr>
          <a:xfrm>
            <a:off x="7536655" y="4800600"/>
            <a:ext cx="1049338"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B4D28C2-0F92-FD59-7317-2BE4D7A75E44}"/>
              </a:ext>
            </a:extLst>
          </p:cNvPr>
          <p:cNvSpPr txBox="1"/>
          <p:nvPr/>
        </p:nvSpPr>
        <p:spPr>
          <a:xfrm>
            <a:off x="4152417" y="5473988"/>
            <a:ext cx="3200400" cy="523220"/>
          </a:xfrm>
          <a:prstGeom prst="rect">
            <a:avLst/>
          </a:prstGeom>
          <a:noFill/>
          <a:ln>
            <a:solidFill>
              <a:schemeClr val="accent1"/>
            </a:solidFill>
          </a:ln>
        </p:spPr>
        <p:txBody>
          <a:bodyPr wrap="square" rtlCol="0">
            <a:spAutoFit/>
          </a:bodyPr>
          <a:lstStyle/>
          <a:p>
            <a:r>
              <a:rPr lang="en-US" sz="1400" dirty="0" err="1"/>
              <a:t>Product_codeA</a:t>
            </a:r>
            <a:r>
              <a:rPr lang="en-US" sz="1400" dirty="0"/>
              <a:t> is the strongest categorical variable predictor of failure</a:t>
            </a:r>
          </a:p>
        </p:txBody>
      </p:sp>
    </p:spTree>
    <p:extLst>
      <p:ext uri="{BB962C8B-B14F-4D97-AF65-F5344CB8AC3E}">
        <p14:creationId xmlns:p14="http://schemas.microsoft.com/office/powerpoint/2010/main" val="570957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88C7-9DAE-C161-1C41-01E1FB6146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D139CDA-C406-ADF6-AC90-8683093938C1}"/>
              </a:ext>
            </a:extLst>
          </p:cNvPr>
          <p:cNvSpPr>
            <a:spLocks noGrp="1"/>
          </p:cNvSpPr>
          <p:nvPr>
            <p:ph type="title"/>
          </p:nvPr>
        </p:nvSpPr>
        <p:spPr>
          <a:xfrm>
            <a:off x="1293812" y="609600"/>
            <a:ext cx="4914900" cy="457201"/>
          </a:xfrm>
        </p:spPr>
        <p:txBody>
          <a:bodyPr>
            <a:normAutofit fontScale="90000"/>
          </a:bodyPr>
          <a:lstStyle/>
          <a:p>
            <a:r>
              <a:rPr lang="en-US" dirty="0"/>
              <a:t>Variable Selection</a:t>
            </a:r>
          </a:p>
        </p:txBody>
      </p:sp>
      <p:sp>
        <p:nvSpPr>
          <p:cNvPr id="3" name="Slide Number Placeholder 2">
            <a:extLst>
              <a:ext uri="{FF2B5EF4-FFF2-40B4-BE49-F238E27FC236}">
                <a16:creationId xmlns:a16="http://schemas.microsoft.com/office/drawing/2014/main" id="{807A068C-EDEC-264F-8311-21B76E3E3BB3}"/>
              </a:ext>
            </a:extLst>
          </p:cNvPr>
          <p:cNvSpPr>
            <a:spLocks noGrp="1"/>
          </p:cNvSpPr>
          <p:nvPr>
            <p:ph type="sldNum" sz="quarter" idx="12"/>
          </p:nvPr>
        </p:nvSpPr>
        <p:spPr/>
        <p:txBody>
          <a:bodyPr/>
          <a:lstStyle/>
          <a:p>
            <a:fld id="{AAEAE4A8-A6E5-453E-B946-FB774B73F48C}" type="slidenum">
              <a:rPr lang="en-US" smtClean="0"/>
              <a:pPr/>
              <a:t>6</a:t>
            </a:fld>
            <a:endParaRPr lang="en-US" dirty="0"/>
          </a:p>
        </p:txBody>
      </p:sp>
      <p:sp>
        <p:nvSpPr>
          <p:cNvPr id="5" name="TextBox 4">
            <a:extLst>
              <a:ext uri="{FF2B5EF4-FFF2-40B4-BE49-F238E27FC236}">
                <a16:creationId xmlns:a16="http://schemas.microsoft.com/office/drawing/2014/main" id="{4D7D1C45-83E7-9DBB-92E6-5CF21B68AED0}"/>
              </a:ext>
            </a:extLst>
          </p:cNvPr>
          <p:cNvSpPr txBox="1"/>
          <p:nvPr/>
        </p:nvSpPr>
        <p:spPr>
          <a:xfrm>
            <a:off x="2360612" y="1098544"/>
            <a:ext cx="5849938" cy="369332"/>
          </a:xfrm>
          <a:prstGeom prst="rect">
            <a:avLst/>
          </a:prstGeom>
          <a:noFill/>
          <a:ln>
            <a:solidFill>
              <a:schemeClr val="bg2"/>
            </a:solidFill>
          </a:ln>
        </p:spPr>
        <p:txBody>
          <a:bodyPr wrap="square" rtlCol="0" anchor="ctr" anchorCtr="1">
            <a:spAutoFit/>
          </a:bodyPr>
          <a:lstStyle/>
          <a:p>
            <a:r>
              <a:rPr lang="en-US" dirty="0"/>
              <a:t>Identifying Strong Predictors of Failure: </a:t>
            </a:r>
            <a:r>
              <a:rPr lang="en-US" b="1" dirty="0"/>
              <a:t>Numerical Variables</a:t>
            </a:r>
          </a:p>
        </p:txBody>
      </p:sp>
      <p:pic>
        <p:nvPicPr>
          <p:cNvPr id="17" name="Picture 16">
            <a:extLst>
              <a:ext uri="{FF2B5EF4-FFF2-40B4-BE49-F238E27FC236}">
                <a16:creationId xmlns:a16="http://schemas.microsoft.com/office/drawing/2014/main" id="{0715CEC8-5366-B145-237F-11D83707B10D}"/>
              </a:ext>
            </a:extLst>
          </p:cNvPr>
          <p:cNvPicPr>
            <a:picLocks noChangeAspect="1"/>
          </p:cNvPicPr>
          <p:nvPr/>
        </p:nvPicPr>
        <p:blipFill>
          <a:blip r:embed="rId3"/>
          <a:stretch>
            <a:fillRect/>
          </a:stretch>
        </p:blipFill>
        <p:spPr>
          <a:xfrm>
            <a:off x="6323012" y="2971800"/>
            <a:ext cx="4057650" cy="1371600"/>
          </a:xfrm>
          <a:prstGeom prst="rect">
            <a:avLst/>
          </a:prstGeom>
        </p:spPr>
      </p:pic>
      <p:pic>
        <p:nvPicPr>
          <p:cNvPr id="16" name="Picture 15">
            <a:extLst>
              <a:ext uri="{FF2B5EF4-FFF2-40B4-BE49-F238E27FC236}">
                <a16:creationId xmlns:a16="http://schemas.microsoft.com/office/drawing/2014/main" id="{1337E97A-3EA2-8D20-39BE-0524778AEFBA}"/>
              </a:ext>
            </a:extLst>
          </p:cNvPr>
          <p:cNvPicPr>
            <a:picLocks noChangeAspect="1"/>
          </p:cNvPicPr>
          <p:nvPr/>
        </p:nvPicPr>
        <p:blipFill>
          <a:blip r:embed="rId4"/>
          <a:stretch>
            <a:fillRect/>
          </a:stretch>
        </p:blipFill>
        <p:spPr>
          <a:xfrm>
            <a:off x="2360612" y="1819275"/>
            <a:ext cx="2724150" cy="1609725"/>
          </a:xfrm>
          <a:prstGeom prst="rect">
            <a:avLst/>
          </a:prstGeom>
          <a:ln>
            <a:solidFill>
              <a:schemeClr val="accent1"/>
            </a:solidFill>
          </a:ln>
        </p:spPr>
      </p:pic>
      <p:pic>
        <p:nvPicPr>
          <p:cNvPr id="19" name="Picture 18">
            <a:extLst>
              <a:ext uri="{FF2B5EF4-FFF2-40B4-BE49-F238E27FC236}">
                <a16:creationId xmlns:a16="http://schemas.microsoft.com/office/drawing/2014/main" id="{71C6CE2A-E8BD-991F-60DB-A7E50281207D}"/>
              </a:ext>
            </a:extLst>
          </p:cNvPr>
          <p:cNvPicPr>
            <a:picLocks noChangeAspect="1"/>
          </p:cNvPicPr>
          <p:nvPr/>
        </p:nvPicPr>
        <p:blipFill>
          <a:blip r:embed="rId5"/>
          <a:stretch>
            <a:fillRect/>
          </a:stretch>
        </p:blipFill>
        <p:spPr>
          <a:xfrm>
            <a:off x="2351087" y="3962400"/>
            <a:ext cx="2733675" cy="1228725"/>
          </a:xfrm>
          <a:prstGeom prst="rect">
            <a:avLst/>
          </a:prstGeom>
          <a:ln>
            <a:solidFill>
              <a:schemeClr val="accent1"/>
            </a:solidFill>
          </a:ln>
        </p:spPr>
      </p:pic>
    </p:spTree>
    <p:extLst>
      <p:ext uri="{BB962C8B-B14F-4D97-AF65-F5344CB8AC3E}">
        <p14:creationId xmlns:p14="http://schemas.microsoft.com/office/powerpoint/2010/main" val="349934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E05D3-923B-AAB1-DF97-3601AE7E29B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6C945D4-4D85-3849-C1D4-3C88F90358D6}"/>
              </a:ext>
            </a:extLst>
          </p:cNvPr>
          <p:cNvSpPr>
            <a:spLocks noGrp="1"/>
          </p:cNvSpPr>
          <p:nvPr>
            <p:ph type="title"/>
          </p:nvPr>
        </p:nvSpPr>
        <p:spPr>
          <a:xfrm>
            <a:off x="1293812" y="609600"/>
            <a:ext cx="4914900" cy="457201"/>
          </a:xfrm>
        </p:spPr>
        <p:txBody>
          <a:bodyPr>
            <a:normAutofit fontScale="90000"/>
          </a:bodyPr>
          <a:lstStyle/>
          <a:p>
            <a:r>
              <a:rPr lang="en-US" dirty="0"/>
              <a:t>Summary</a:t>
            </a:r>
          </a:p>
        </p:txBody>
      </p:sp>
      <p:sp>
        <p:nvSpPr>
          <p:cNvPr id="3" name="Slide Number Placeholder 2">
            <a:extLst>
              <a:ext uri="{FF2B5EF4-FFF2-40B4-BE49-F238E27FC236}">
                <a16:creationId xmlns:a16="http://schemas.microsoft.com/office/drawing/2014/main" id="{428D8FE1-38E8-8D6A-84F3-6D898BA58075}"/>
              </a:ext>
            </a:extLst>
          </p:cNvPr>
          <p:cNvSpPr>
            <a:spLocks noGrp="1"/>
          </p:cNvSpPr>
          <p:nvPr>
            <p:ph type="sldNum" sz="quarter" idx="12"/>
          </p:nvPr>
        </p:nvSpPr>
        <p:spPr/>
        <p:txBody>
          <a:bodyPr/>
          <a:lstStyle/>
          <a:p>
            <a:fld id="{AAEAE4A8-A6E5-453E-B946-FB774B73F48C}" type="slidenum">
              <a:rPr lang="en-US" smtClean="0"/>
              <a:pPr/>
              <a:t>7</a:t>
            </a:fld>
            <a:endParaRPr lang="en-US" dirty="0"/>
          </a:p>
        </p:txBody>
      </p:sp>
      <p:sp>
        <p:nvSpPr>
          <p:cNvPr id="10" name="TextBox 9">
            <a:extLst>
              <a:ext uri="{FF2B5EF4-FFF2-40B4-BE49-F238E27FC236}">
                <a16:creationId xmlns:a16="http://schemas.microsoft.com/office/drawing/2014/main" id="{5AB8891F-18A6-95E6-9B01-5309372D5A84}"/>
              </a:ext>
            </a:extLst>
          </p:cNvPr>
          <p:cNvSpPr txBox="1"/>
          <p:nvPr/>
        </p:nvSpPr>
        <p:spPr>
          <a:xfrm>
            <a:off x="2894012" y="1828800"/>
            <a:ext cx="6177168" cy="4162037"/>
          </a:xfrm>
          <a:prstGeom prst="rect">
            <a:avLst/>
          </a:prstGeom>
          <a:noFill/>
        </p:spPr>
        <p:txBody>
          <a:bodyPr wrap="square">
            <a:spAutoFit/>
          </a:bodyPr>
          <a:lstStyle/>
          <a:p>
            <a:pPr marL="285664" marR="0" lvl="0" indent="-285664" algn="l" defTabSz="457063" rtl="0" eaLnBrk="1" fontAlgn="auto" latinLnBrk="0" hangingPunct="1">
              <a:lnSpc>
                <a:spcPct val="110000"/>
              </a:lnSpc>
              <a:spcBef>
                <a:spcPct val="20000"/>
              </a:spcBef>
              <a:spcAft>
                <a:spcPts val="600"/>
              </a:spcAft>
              <a:buClr>
                <a:srgbClr val="83992A"/>
              </a:buClr>
              <a:buSzPct val="115000"/>
              <a:buFont typeface="Arial"/>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Garamond" panose="02020404030301010803"/>
              </a:rPr>
              <a:t>Missing data and outliers were identified and explored</a:t>
            </a:r>
          </a:p>
          <a:p>
            <a:pPr marL="742864" lvl="1" indent="-285664" defTabSz="457063">
              <a:lnSpc>
                <a:spcPct val="110000"/>
              </a:lnSpc>
              <a:spcBef>
                <a:spcPct val="20000"/>
              </a:spcBef>
              <a:buClr>
                <a:srgbClr val="83992A"/>
              </a:buClr>
              <a:buSzPct val="115000"/>
              <a:buFont typeface="Arial"/>
              <a:buChar char="•"/>
              <a:defRPr/>
            </a:pPr>
            <a:r>
              <a:rPr lang="en-US" dirty="0">
                <a:solidFill>
                  <a:prstClr val="black">
                    <a:lumMod val="85000"/>
                    <a:lumOff val="15000"/>
                  </a:prstClr>
                </a:solidFill>
                <a:latin typeface="Garamond" panose="02020404030301010803"/>
              </a:rPr>
              <a:t>Outliers cleaned by row-wise deletion</a:t>
            </a:r>
          </a:p>
          <a:p>
            <a:pPr marL="742864" lvl="1" indent="-285664" defTabSz="457063">
              <a:lnSpc>
                <a:spcPct val="110000"/>
              </a:lnSpc>
              <a:spcBef>
                <a:spcPct val="20000"/>
              </a:spcBef>
              <a:buClr>
                <a:srgbClr val="83992A"/>
              </a:buClr>
              <a:buSzPct val="115000"/>
              <a:buFont typeface="Arial"/>
              <a:buChar char="•"/>
              <a:defRPr/>
            </a:pPr>
            <a:r>
              <a:rPr lang="en-US" dirty="0">
                <a:solidFill>
                  <a:prstClr val="black">
                    <a:lumMod val="85000"/>
                    <a:lumOff val="15000"/>
                  </a:prstClr>
                </a:solidFill>
                <a:latin typeface="Garamond" panose="02020404030301010803"/>
              </a:rPr>
              <a:t>Missing data</a:t>
            </a:r>
            <a:r>
              <a:rPr kumimoji="0" lang="en-US" b="0" i="0" u="none" strike="noStrike" kern="1200" cap="none" spc="0" normalizeH="0" baseline="0" noProof="0" dirty="0">
                <a:ln>
                  <a:noFill/>
                </a:ln>
                <a:solidFill>
                  <a:prstClr val="black">
                    <a:lumMod val="85000"/>
                    <a:lumOff val="15000"/>
                  </a:prstClr>
                </a:solidFill>
                <a:effectLst/>
                <a:uLnTx/>
                <a:uFillTx/>
                <a:latin typeface="Garamond" panose="02020404030301010803"/>
              </a:rPr>
              <a:t> cleaned by imputation</a:t>
            </a:r>
          </a:p>
          <a:p>
            <a:pPr marL="285664" marR="0" lvl="0" indent="-285664" algn="l" defTabSz="457063" rtl="0" eaLnBrk="1" fontAlgn="auto" latinLnBrk="0" hangingPunct="1">
              <a:lnSpc>
                <a:spcPct val="110000"/>
              </a:lnSpc>
              <a:spcBef>
                <a:spcPct val="20000"/>
              </a:spcBef>
              <a:spcAft>
                <a:spcPts val="600"/>
              </a:spcAft>
              <a:buClr>
                <a:srgbClr val="83992A"/>
              </a:buClr>
              <a:buSzPct val="115000"/>
              <a:buFont typeface="Arial"/>
              <a:buChar char="•"/>
              <a:tabLst/>
              <a:defRPr/>
            </a:pPr>
            <a:r>
              <a:rPr lang="en-US" dirty="0">
                <a:solidFill>
                  <a:prstClr val="black">
                    <a:lumMod val="85000"/>
                    <a:lumOff val="15000"/>
                  </a:prstClr>
                </a:solidFill>
                <a:latin typeface="Garamond" panose="02020404030301010803"/>
              </a:rPr>
              <a:t>P</a:t>
            </a:r>
            <a:r>
              <a:rPr kumimoji="0" lang="en-US" sz="1800" b="0" i="0" u="none" strike="noStrike" kern="1200" cap="none" spc="0" normalizeH="0" baseline="0" noProof="0" dirty="0" err="1">
                <a:ln>
                  <a:noFill/>
                </a:ln>
                <a:solidFill>
                  <a:prstClr val="black">
                    <a:lumMod val="85000"/>
                    <a:lumOff val="15000"/>
                  </a:prstClr>
                </a:solidFill>
                <a:effectLst/>
                <a:uLnTx/>
                <a:uFillTx/>
                <a:latin typeface="Garamond" panose="02020404030301010803"/>
              </a:rPr>
              <a:t>otentially</a:t>
            </a:r>
            <a:r>
              <a:rPr kumimoji="0" lang="en-US" sz="1800" b="0" i="0" u="none" strike="noStrike" kern="1200" cap="none" spc="0" normalizeH="0" baseline="0" noProof="0" dirty="0">
                <a:ln>
                  <a:noFill/>
                </a:ln>
                <a:solidFill>
                  <a:prstClr val="black">
                    <a:lumMod val="85000"/>
                    <a:lumOff val="15000"/>
                  </a:prstClr>
                </a:solidFill>
                <a:effectLst/>
                <a:uLnTx/>
                <a:uFillTx/>
                <a:latin typeface="Garamond" panose="02020404030301010803"/>
              </a:rPr>
              <a:t> strong predictors of product failure to utilize in future prediction models identified as:</a:t>
            </a:r>
          </a:p>
          <a:p>
            <a:pPr marL="742864" lvl="1" indent="-285664" defTabSz="457063">
              <a:lnSpc>
                <a:spcPct val="110000"/>
              </a:lnSpc>
              <a:spcBef>
                <a:spcPct val="20000"/>
              </a:spcBef>
              <a:buClr>
                <a:srgbClr val="83992A"/>
              </a:buClr>
              <a:buSzPct val="115000"/>
              <a:buFont typeface="Arial"/>
              <a:buChar char="•"/>
              <a:defRPr/>
            </a:pPr>
            <a:r>
              <a:rPr lang="en-US" dirty="0">
                <a:solidFill>
                  <a:prstClr val="black">
                    <a:lumMod val="85000"/>
                    <a:lumOff val="15000"/>
                  </a:prstClr>
                </a:solidFill>
                <a:latin typeface="Garamond" panose="02020404030301010803"/>
              </a:rPr>
              <a:t>Measurement_2,5,6, 8, and 17</a:t>
            </a:r>
          </a:p>
          <a:p>
            <a:pPr marL="742864" lvl="1" indent="-285664" defTabSz="457063">
              <a:lnSpc>
                <a:spcPct val="110000"/>
              </a:lnSpc>
              <a:spcBef>
                <a:spcPct val="20000"/>
              </a:spcBef>
              <a:buClr>
                <a:srgbClr val="83992A"/>
              </a:buClr>
              <a:buSzPct val="115000"/>
              <a:buFont typeface="Arial"/>
              <a:buChar char="•"/>
              <a:defRPr/>
            </a:pPr>
            <a:r>
              <a:rPr lang="en-US" dirty="0">
                <a:solidFill>
                  <a:prstClr val="black">
                    <a:lumMod val="85000"/>
                    <a:lumOff val="15000"/>
                  </a:prstClr>
                </a:solidFill>
                <a:latin typeface="Garamond" panose="02020404030301010803"/>
              </a:rPr>
              <a:t>Attribute_3</a:t>
            </a:r>
          </a:p>
          <a:p>
            <a:pPr marL="742864" lvl="1" indent="-285664" defTabSz="457063">
              <a:lnSpc>
                <a:spcPct val="110000"/>
              </a:lnSpc>
              <a:spcBef>
                <a:spcPct val="20000"/>
              </a:spcBef>
              <a:buClr>
                <a:srgbClr val="83992A"/>
              </a:buClr>
              <a:buSzPct val="115000"/>
              <a:buFont typeface="Arial"/>
              <a:buChar char="•"/>
              <a:defRPr/>
            </a:pPr>
            <a:r>
              <a:rPr lang="en-US" dirty="0">
                <a:solidFill>
                  <a:prstClr val="black">
                    <a:lumMod val="85000"/>
                    <a:lumOff val="15000"/>
                  </a:prstClr>
                </a:solidFill>
                <a:latin typeface="Garamond" panose="02020404030301010803"/>
              </a:rPr>
              <a:t>Loading</a:t>
            </a:r>
          </a:p>
          <a:p>
            <a:pPr marL="742864" lvl="1" indent="-285664" defTabSz="457063">
              <a:lnSpc>
                <a:spcPct val="110000"/>
              </a:lnSpc>
              <a:spcBef>
                <a:spcPct val="20000"/>
              </a:spcBef>
              <a:buClr>
                <a:srgbClr val="83992A"/>
              </a:buClr>
              <a:buSzPct val="115000"/>
              <a:buFont typeface="Arial"/>
              <a:buChar char="•"/>
              <a:defRPr/>
            </a:pPr>
            <a:r>
              <a:rPr lang="en-US" dirty="0" err="1">
                <a:solidFill>
                  <a:prstClr val="black">
                    <a:lumMod val="85000"/>
                    <a:lumOff val="15000"/>
                  </a:prstClr>
                </a:solidFill>
                <a:latin typeface="Garamond" panose="02020404030301010803"/>
              </a:rPr>
              <a:t>Product_codeA</a:t>
            </a:r>
            <a:endParaRPr lang="en-US" dirty="0">
              <a:solidFill>
                <a:prstClr val="black">
                  <a:lumMod val="85000"/>
                  <a:lumOff val="15000"/>
                </a:prstClr>
              </a:solidFill>
              <a:latin typeface="Garamond" panose="02020404030301010803"/>
            </a:endParaRPr>
          </a:p>
          <a:p>
            <a:pPr marL="285664" marR="0" lvl="0" indent="-285664" algn="l" defTabSz="457063" rtl="0" eaLnBrk="1" fontAlgn="auto" latinLnBrk="0" hangingPunct="1">
              <a:lnSpc>
                <a:spcPct val="110000"/>
              </a:lnSpc>
              <a:spcBef>
                <a:spcPct val="20000"/>
              </a:spcBef>
              <a:spcAft>
                <a:spcPts val="600"/>
              </a:spcAft>
              <a:buClr>
                <a:srgbClr val="83992A"/>
              </a:buClr>
              <a:buSzPct val="115000"/>
              <a:buFont typeface="Arial"/>
              <a:buChar char="•"/>
              <a:tabLst/>
              <a:defRPr/>
            </a:pPr>
            <a:endParaRPr lang="en-US" dirty="0">
              <a:solidFill>
                <a:prstClr val="black">
                  <a:lumMod val="85000"/>
                  <a:lumOff val="15000"/>
                </a:prstClr>
              </a:solidFill>
              <a:latin typeface="Garamond" panose="02020404030301010803"/>
            </a:endParaRPr>
          </a:p>
          <a:p>
            <a:pPr marL="285664" marR="0" lvl="0" indent="-285664" algn="l" defTabSz="457063" rtl="0" eaLnBrk="1" fontAlgn="auto" latinLnBrk="0" hangingPunct="1">
              <a:lnSpc>
                <a:spcPct val="110000"/>
              </a:lnSpc>
              <a:spcBef>
                <a:spcPct val="20000"/>
              </a:spcBef>
              <a:spcAft>
                <a:spcPts val="600"/>
              </a:spcAft>
              <a:buClr>
                <a:srgbClr val="83992A"/>
              </a:buClr>
              <a:buSzPct val="115000"/>
              <a:buFont typeface="Arial"/>
              <a:buChar char="•"/>
              <a:tabLst/>
              <a:defRPr/>
            </a:pPr>
            <a:endParaRPr kumimoji="0" lang="en-US" sz="1800" b="0" i="0" u="none" strike="noStrike" kern="1200" cap="none" spc="0" normalizeH="0" baseline="0" noProof="0" dirty="0">
              <a:ln>
                <a:noFill/>
              </a:ln>
              <a:solidFill>
                <a:prstClr val="black">
                  <a:lumMod val="85000"/>
                  <a:lumOff val="15000"/>
                </a:prstClr>
              </a:solidFill>
              <a:effectLst/>
              <a:uLnTx/>
              <a:uFillTx/>
              <a:latin typeface="Garamond" panose="02020404030301010803"/>
            </a:endParaRPr>
          </a:p>
        </p:txBody>
      </p:sp>
    </p:spTree>
    <p:extLst>
      <p:ext uri="{BB962C8B-B14F-4D97-AF65-F5344CB8AC3E}">
        <p14:creationId xmlns:p14="http://schemas.microsoft.com/office/powerpoint/2010/main" val="428369240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3.xml><?xml version="1.0" encoding="utf-8"?>
<ds:datastoreItem xmlns:ds="http://schemas.openxmlformats.org/officeDocument/2006/customXml" ds:itemID="{4C37B52A-9EC8-4B7A-85C4-31F7EAFE40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429</TotalTime>
  <Words>358</Words>
  <Application>Microsoft Office PowerPoint</Application>
  <PresentationFormat>Custom</PresentationFormat>
  <Paragraphs>46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Garamond</vt:lpstr>
      <vt:lpstr>Palatino Linotype</vt:lpstr>
      <vt:lpstr>Organic</vt:lpstr>
      <vt:lpstr>Product Manufacture Exploration</vt:lpstr>
      <vt:lpstr>Data Cleaning Strategy</vt:lpstr>
      <vt:lpstr>Data Cleaning Strategy</vt:lpstr>
      <vt:lpstr>Data Cleaning Strategy</vt:lpstr>
      <vt:lpstr>Variable Selection</vt:lpstr>
      <vt:lpstr>Variable Selection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Michele Dowdy Mason</dc:creator>
  <cp:lastModifiedBy>Michele Dowdy Mason</cp:lastModifiedBy>
  <cp:revision>1</cp:revision>
  <dcterms:created xsi:type="dcterms:W3CDTF">2026-06-12T17:10:50Z</dcterms:created>
  <dcterms:modified xsi:type="dcterms:W3CDTF">2026-06-14T13:55:27Z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